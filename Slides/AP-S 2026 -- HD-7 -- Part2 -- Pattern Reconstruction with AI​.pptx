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handoutMasterIdLst>
    <p:handoutMasterId r:id="rId22"/>
  </p:handoutMasterIdLst>
  <p:sldIdLst>
    <p:sldId id="2147479342" r:id="rId5"/>
    <p:sldId id="2147479327" r:id="rId6"/>
    <p:sldId id="2147479328" r:id="rId7"/>
    <p:sldId id="2147479329" r:id="rId8"/>
    <p:sldId id="2147479297" r:id="rId9"/>
    <p:sldId id="2147479293" r:id="rId10"/>
    <p:sldId id="2147479330" r:id="rId11"/>
    <p:sldId id="2147479340" r:id="rId12"/>
    <p:sldId id="2147479332" r:id="rId13"/>
    <p:sldId id="287" r:id="rId14"/>
    <p:sldId id="295" r:id="rId15"/>
    <p:sldId id="2147479333" r:id="rId16"/>
    <p:sldId id="2147479324" r:id="rId17"/>
    <p:sldId id="2147479346" r:id="rId18"/>
    <p:sldId id="2147479345" r:id="rId19"/>
    <p:sldId id="2090650669" r:id="rId20"/>
  </p:sldIdLst>
  <p:sldSz cx="12192000" cy="6858000"/>
  <p:notesSz cx="7099300" cy="93853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F512312-3C0E-41DF-9976-0EE6FEB7F8AF}">
          <p14:sldIdLst>
            <p14:sldId id="2147479342"/>
            <p14:sldId id="2147479327"/>
            <p14:sldId id="2147479328"/>
            <p14:sldId id="2147479329"/>
            <p14:sldId id="2147479297"/>
            <p14:sldId id="2147479293"/>
            <p14:sldId id="2147479330"/>
            <p14:sldId id="2147479340"/>
            <p14:sldId id="2147479332"/>
            <p14:sldId id="287"/>
            <p14:sldId id="295"/>
            <p14:sldId id="2147479333"/>
            <p14:sldId id="2147479324"/>
            <p14:sldId id="2147479346"/>
            <p14:sldId id="2147479345"/>
            <p14:sldId id="2090650669"/>
          </p14:sldIdLst>
        </p14:section>
      </p14:sectionLst>
    </p:ext>
    <p:ext uri="{EFAFB233-063F-42B5-8137-9DF3F51BA10A}">
      <p15:sldGuideLst xmlns:p15="http://schemas.microsoft.com/office/powerpoint/2012/main">
        <p15:guide id="1" orient="horz" pos="2160" userDrawn="1">
          <p15:clr>
            <a:srgbClr val="A4A3A4"/>
          </p15:clr>
        </p15:guide>
        <p15:guide id="2" pos="3841" userDrawn="1">
          <p15:clr>
            <a:srgbClr val="A4A3A4"/>
          </p15:clr>
        </p15:guide>
      </p15:sldGuideLst>
    </p:ext>
    <p:ext uri="{2D200454-40CA-4A62-9FC3-DE9A4176ACB9}">
      <p15:notesGuideLst xmlns:p15="http://schemas.microsoft.com/office/powerpoint/2012/main">
        <p15:guide id="1" orient="horz" pos="2956"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6400"/>
    <a:srgbClr val="228B22"/>
    <a:srgbClr val="A020F6"/>
    <a:srgbClr val="0000FF"/>
    <a:srgbClr val="636569"/>
    <a:srgbClr val="715091"/>
    <a:srgbClr val="176DAD"/>
    <a:srgbClr val="0D78C9"/>
    <a:srgbClr val="024C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3A51C8-5E7F-AD81-7D65-7AEB4D0A4F4B}" v="35" dt="2026-07-11T14:15:04.946"/>
    <p1510:client id="{45555300-E6EB-4EB9-8ABF-DAF78FC38853}" v="14" dt="2026-07-12T14:06:16.570"/>
    <p1510:client id="{53B91347-CB63-D923-3C2D-E4E588B66E73}" v="14" dt="2026-07-11T14:21:56.8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guide orient="horz" pos="2160"/>
        <p:guide pos="3841"/>
      </p:guideLst>
    </p:cSldViewPr>
  </p:slideViewPr>
  <p:notesTextViewPr>
    <p:cViewPr>
      <p:scale>
        <a:sx n="1" d="1"/>
        <a:sy n="1" d="1"/>
      </p:scale>
      <p:origin x="0" y="0"/>
    </p:cViewPr>
  </p:notesTextViewPr>
  <p:notesViewPr>
    <p:cSldViewPr snapToGrid="0">
      <p:cViewPr>
        <p:scale>
          <a:sx n="1" d="2"/>
          <a:sy n="1" d="2"/>
        </p:scale>
        <p:origin x="0" y="0"/>
      </p:cViewPr>
      <p:guideLst>
        <p:guide orient="horz" pos="2956"/>
        <p:guide pos="223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darshan Sivaramakrishnan" userId="S::ssivaram@mathworks.com::de70194d-fdbd-489d-817c-0c0648753bc1" providerId="AD" clId="Web-{53B91347-CB63-D923-3C2D-E4E588B66E73}"/>
    <pc:docChg chg="delSld delSection modSection">
      <pc:chgData name="Sudarshan Sivaramakrishnan" userId="S::ssivaram@mathworks.com::de70194d-fdbd-489d-817c-0c0648753bc1" providerId="AD" clId="Web-{53B91347-CB63-D923-3C2D-E4E588B66E73}" dt="2026-07-11T14:21:56.893" v="13"/>
      <pc:docMkLst>
        <pc:docMk/>
      </pc:docMkLst>
      <pc:sldChg chg="del">
        <pc:chgData name="Sudarshan Sivaramakrishnan" userId="S::ssivaram@mathworks.com::de70194d-fdbd-489d-817c-0c0648753bc1" providerId="AD" clId="Web-{53B91347-CB63-D923-3C2D-E4E588B66E73}" dt="2026-07-11T14:21:31.220" v="6"/>
        <pc:sldMkLst>
          <pc:docMk/>
          <pc:sldMk cId="4191744665" sldId="298"/>
        </pc:sldMkLst>
      </pc:sldChg>
      <pc:sldChg chg="del">
        <pc:chgData name="Sudarshan Sivaramakrishnan" userId="S::ssivaram@mathworks.com::de70194d-fdbd-489d-817c-0c0648753bc1" providerId="AD" clId="Web-{53B91347-CB63-D923-3C2D-E4E588B66E73}" dt="2026-07-11T14:20:53.579" v="0"/>
        <pc:sldMkLst>
          <pc:docMk/>
          <pc:sldMk cId="4143862939" sldId="1347"/>
        </pc:sldMkLst>
      </pc:sldChg>
      <pc:sldChg chg="del">
        <pc:chgData name="Sudarshan Sivaramakrishnan" userId="S::ssivaram@mathworks.com::de70194d-fdbd-489d-817c-0c0648753bc1" providerId="AD" clId="Web-{53B91347-CB63-D923-3C2D-E4E588B66E73}" dt="2026-07-11T14:21:08.001" v="1"/>
        <pc:sldMkLst>
          <pc:docMk/>
          <pc:sldMk cId="2820808393" sldId="2145706540"/>
        </pc:sldMkLst>
      </pc:sldChg>
      <pc:sldChg chg="del">
        <pc:chgData name="Sudarshan Sivaramakrishnan" userId="S::ssivaram@mathworks.com::de70194d-fdbd-489d-817c-0c0648753bc1" providerId="AD" clId="Web-{53B91347-CB63-D923-3C2D-E4E588B66E73}" dt="2026-07-11T14:21:56.893" v="13"/>
        <pc:sldMkLst>
          <pc:docMk/>
          <pc:sldMk cId="252827436" sldId="2147376758"/>
        </pc:sldMkLst>
      </pc:sldChg>
      <pc:sldChg chg="del">
        <pc:chgData name="Sudarshan Sivaramakrishnan" userId="S::ssivaram@mathworks.com::de70194d-fdbd-489d-817c-0c0648753bc1" providerId="AD" clId="Web-{53B91347-CB63-D923-3C2D-E4E588B66E73}" dt="2026-07-11T14:21:31.236" v="10"/>
        <pc:sldMkLst>
          <pc:docMk/>
          <pc:sldMk cId="1128881988" sldId="2147376760"/>
        </pc:sldMkLst>
      </pc:sldChg>
      <pc:sldChg chg="del">
        <pc:chgData name="Sudarshan Sivaramakrishnan" userId="S::ssivaram@mathworks.com::de70194d-fdbd-489d-817c-0c0648753bc1" providerId="AD" clId="Web-{53B91347-CB63-D923-3C2D-E4E588B66E73}" dt="2026-07-11T14:21:31.220" v="7"/>
        <pc:sldMkLst>
          <pc:docMk/>
          <pc:sldMk cId="137036860" sldId="2147479268"/>
        </pc:sldMkLst>
      </pc:sldChg>
      <pc:sldChg chg="del">
        <pc:chgData name="Sudarshan Sivaramakrishnan" userId="S::ssivaram@mathworks.com::de70194d-fdbd-489d-817c-0c0648753bc1" providerId="AD" clId="Web-{53B91347-CB63-D923-3C2D-E4E588B66E73}" dt="2026-07-11T14:21:31.220" v="8"/>
        <pc:sldMkLst>
          <pc:docMk/>
          <pc:sldMk cId="2319082624" sldId="2147479296"/>
        </pc:sldMkLst>
      </pc:sldChg>
      <pc:sldChg chg="del">
        <pc:chgData name="Sudarshan Sivaramakrishnan" userId="S::ssivaram@mathworks.com::de70194d-fdbd-489d-817c-0c0648753bc1" providerId="AD" clId="Web-{53B91347-CB63-D923-3C2D-E4E588B66E73}" dt="2026-07-11T14:21:31.220" v="9"/>
        <pc:sldMkLst>
          <pc:docMk/>
          <pc:sldMk cId="3917329948" sldId="2147479325"/>
        </pc:sldMkLst>
      </pc:sldChg>
      <pc:sldChg chg="del">
        <pc:chgData name="Sudarshan Sivaramakrishnan" userId="S::ssivaram@mathworks.com::de70194d-fdbd-489d-817c-0c0648753bc1" providerId="AD" clId="Web-{53B91347-CB63-D923-3C2D-E4E588B66E73}" dt="2026-07-11T14:21:31.205" v="3"/>
        <pc:sldMkLst>
          <pc:docMk/>
          <pc:sldMk cId="200346005" sldId="2147479326"/>
        </pc:sldMkLst>
      </pc:sldChg>
      <pc:sldChg chg="del">
        <pc:chgData name="Sudarshan Sivaramakrishnan" userId="S::ssivaram@mathworks.com::de70194d-fdbd-489d-817c-0c0648753bc1" providerId="AD" clId="Web-{53B91347-CB63-D923-3C2D-E4E588B66E73}" dt="2026-07-11T14:21:31.220" v="4"/>
        <pc:sldMkLst>
          <pc:docMk/>
          <pc:sldMk cId="1455500157" sldId="2147479343"/>
        </pc:sldMkLst>
      </pc:sldChg>
      <pc:sldChg chg="del">
        <pc:chgData name="Sudarshan Sivaramakrishnan" userId="S::ssivaram@mathworks.com::de70194d-fdbd-489d-817c-0c0648753bc1" providerId="AD" clId="Web-{53B91347-CB63-D923-3C2D-E4E588B66E73}" dt="2026-07-11T14:21:31.220" v="5"/>
        <pc:sldMkLst>
          <pc:docMk/>
          <pc:sldMk cId="1510197360" sldId="2147479344"/>
        </pc:sldMkLst>
      </pc:sldChg>
    </pc:docChg>
  </pc:docChgLst>
  <pc:docChgLst>
    <pc:chgData name="Sekhar Sekharan" userId="518baa86-29dc-48c7-8fb2-d35a916cb510" providerId="ADAL" clId="{AEBB8E91-64A1-4D9B-AA4C-D40DB5207DB8}"/>
    <pc:docChg chg="undo custSel addSld delSld modSld modSection">
      <pc:chgData name="Sekhar Sekharan" userId="518baa86-29dc-48c7-8fb2-d35a916cb510" providerId="ADAL" clId="{AEBB8E91-64A1-4D9B-AA4C-D40DB5207DB8}" dt="2026-07-12T14:12:07.463" v="219" actId="478"/>
      <pc:docMkLst>
        <pc:docMk/>
      </pc:docMkLst>
      <pc:sldChg chg="addSp delSp modSp add mod delAnim modAnim">
        <pc:chgData name="Sekhar Sekharan" userId="518baa86-29dc-48c7-8fb2-d35a916cb510" providerId="ADAL" clId="{AEBB8E91-64A1-4D9B-AA4C-D40DB5207DB8}" dt="2026-07-12T14:12:07.463" v="219" actId="478"/>
        <pc:sldMkLst>
          <pc:docMk/>
          <pc:sldMk cId="4172345208" sldId="2090650669"/>
        </pc:sldMkLst>
        <pc:spChg chg="mod">
          <ac:chgData name="Sekhar Sekharan" userId="518baa86-29dc-48c7-8fb2-d35a916cb510" providerId="ADAL" clId="{AEBB8E91-64A1-4D9B-AA4C-D40DB5207DB8}" dt="2026-07-12T13:54:43.557" v="21" actId="20577"/>
          <ac:spMkLst>
            <pc:docMk/>
            <pc:sldMk cId="4172345208" sldId="2090650669"/>
            <ac:spMk id="2" creationId="{B434FC57-832F-4007-764D-4CE73F9D6765}"/>
          </ac:spMkLst>
        </pc:spChg>
        <pc:spChg chg="add mod">
          <ac:chgData name="Sekhar Sekharan" userId="518baa86-29dc-48c7-8fb2-d35a916cb510" providerId="ADAL" clId="{AEBB8E91-64A1-4D9B-AA4C-D40DB5207DB8}" dt="2026-07-12T14:03:14.488" v="135" actId="164"/>
          <ac:spMkLst>
            <pc:docMk/>
            <pc:sldMk cId="4172345208" sldId="2090650669"/>
            <ac:spMk id="11" creationId="{A5BD2A56-A07F-36ED-EBA7-DD359D4C39ED}"/>
          </ac:spMkLst>
        </pc:spChg>
        <pc:spChg chg="add mod">
          <ac:chgData name="Sekhar Sekharan" userId="518baa86-29dc-48c7-8fb2-d35a916cb510" providerId="ADAL" clId="{AEBB8E91-64A1-4D9B-AA4C-D40DB5207DB8}" dt="2026-07-12T14:03:14.488" v="135" actId="164"/>
          <ac:spMkLst>
            <pc:docMk/>
            <pc:sldMk cId="4172345208" sldId="2090650669"/>
            <ac:spMk id="14" creationId="{DB6B4010-5E04-B656-0A3D-27095278EF1E}"/>
          </ac:spMkLst>
        </pc:spChg>
        <pc:spChg chg="add mod">
          <ac:chgData name="Sekhar Sekharan" userId="518baa86-29dc-48c7-8fb2-d35a916cb510" providerId="ADAL" clId="{AEBB8E91-64A1-4D9B-AA4C-D40DB5207DB8}" dt="2026-07-12T14:03:14.488" v="135" actId="164"/>
          <ac:spMkLst>
            <pc:docMk/>
            <pc:sldMk cId="4172345208" sldId="2090650669"/>
            <ac:spMk id="15" creationId="{5927E02C-7703-68D6-CCEF-5481CA7AB429}"/>
          </ac:spMkLst>
        </pc:spChg>
        <pc:spChg chg="mod">
          <ac:chgData name="Sekhar Sekharan" userId="518baa86-29dc-48c7-8fb2-d35a916cb510" providerId="ADAL" clId="{AEBB8E91-64A1-4D9B-AA4C-D40DB5207DB8}" dt="2026-07-12T14:03:25.766" v="137" actId="1076"/>
          <ac:spMkLst>
            <pc:docMk/>
            <pc:sldMk cId="4172345208" sldId="2090650669"/>
            <ac:spMk id="16" creationId="{B9542408-F35F-0D8E-BE43-E9C5CB1FA114}"/>
          </ac:spMkLst>
        </pc:spChg>
        <pc:spChg chg="mod">
          <ac:chgData name="Sekhar Sekharan" userId="518baa86-29dc-48c7-8fb2-d35a916cb510" providerId="ADAL" clId="{AEBB8E91-64A1-4D9B-AA4C-D40DB5207DB8}" dt="2026-07-12T14:03:33.312" v="138" actId="1076"/>
          <ac:spMkLst>
            <pc:docMk/>
            <pc:sldMk cId="4172345208" sldId="2090650669"/>
            <ac:spMk id="17" creationId="{F291963D-8762-9D94-BEDE-D5917F8FF701}"/>
          </ac:spMkLst>
        </pc:spChg>
        <pc:spChg chg="add mod">
          <ac:chgData name="Sekhar Sekharan" userId="518baa86-29dc-48c7-8fb2-d35a916cb510" providerId="ADAL" clId="{AEBB8E91-64A1-4D9B-AA4C-D40DB5207DB8}" dt="2026-07-12T14:03:14.488" v="135" actId="164"/>
          <ac:spMkLst>
            <pc:docMk/>
            <pc:sldMk cId="4172345208" sldId="2090650669"/>
            <ac:spMk id="23" creationId="{7F087874-C005-F2AF-9899-9A650C28FDE0}"/>
          </ac:spMkLst>
        </pc:spChg>
        <pc:spChg chg="add mod">
          <ac:chgData name="Sekhar Sekharan" userId="518baa86-29dc-48c7-8fb2-d35a916cb510" providerId="ADAL" clId="{AEBB8E91-64A1-4D9B-AA4C-D40DB5207DB8}" dt="2026-07-12T14:03:14.488" v="135" actId="164"/>
          <ac:spMkLst>
            <pc:docMk/>
            <pc:sldMk cId="4172345208" sldId="2090650669"/>
            <ac:spMk id="24" creationId="{3A019DEB-5580-4060-C6C9-8B4DCB4DB751}"/>
          </ac:spMkLst>
        </pc:spChg>
        <pc:spChg chg="add mod">
          <ac:chgData name="Sekhar Sekharan" userId="518baa86-29dc-48c7-8fb2-d35a916cb510" providerId="ADAL" clId="{AEBB8E91-64A1-4D9B-AA4C-D40DB5207DB8}" dt="2026-07-12T14:00:46.967" v="104"/>
          <ac:spMkLst>
            <pc:docMk/>
            <pc:sldMk cId="4172345208" sldId="2090650669"/>
            <ac:spMk id="28" creationId="{7B91CA4C-485D-483A-3F51-2C73105A1795}"/>
          </ac:spMkLst>
        </pc:spChg>
        <pc:spChg chg="add del mod">
          <ac:chgData name="Sekhar Sekharan" userId="518baa86-29dc-48c7-8fb2-d35a916cb510" providerId="ADAL" clId="{AEBB8E91-64A1-4D9B-AA4C-D40DB5207DB8}" dt="2026-07-12T14:00:59.799" v="107" actId="478"/>
          <ac:spMkLst>
            <pc:docMk/>
            <pc:sldMk cId="4172345208" sldId="2090650669"/>
            <ac:spMk id="31" creationId="{D757E4A1-99C2-472E-13A4-E7894A2D883A}"/>
          </ac:spMkLst>
        </pc:spChg>
        <pc:spChg chg="add mod">
          <ac:chgData name="Sekhar Sekharan" userId="518baa86-29dc-48c7-8fb2-d35a916cb510" providerId="ADAL" clId="{AEBB8E91-64A1-4D9B-AA4C-D40DB5207DB8}" dt="2026-07-12T14:03:14.488" v="135" actId="164"/>
          <ac:spMkLst>
            <pc:docMk/>
            <pc:sldMk cId="4172345208" sldId="2090650669"/>
            <ac:spMk id="33" creationId="{A1A79335-4600-7E70-3D7E-76F0E7C4F63C}"/>
          </ac:spMkLst>
        </pc:spChg>
        <pc:spChg chg="add mod">
          <ac:chgData name="Sekhar Sekharan" userId="518baa86-29dc-48c7-8fb2-d35a916cb510" providerId="ADAL" clId="{AEBB8E91-64A1-4D9B-AA4C-D40DB5207DB8}" dt="2026-07-12T14:06:43.932" v="196" actId="1076"/>
          <ac:spMkLst>
            <pc:docMk/>
            <pc:sldMk cId="4172345208" sldId="2090650669"/>
            <ac:spMk id="35" creationId="{39C700AC-1A41-6860-1ECE-18AD6F4D9F62}"/>
          </ac:spMkLst>
        </pc:spChg>
        <pc:spChg chg="add del mod">
          <ac:chgData name="Sekhar Sekharan" userId="518baa86-29dc-48c7-8fb2-d35a916cb510" providerId="ADAL" clId="{AEBB8E91-64A1-4D9B-AA4C-D40DB5207DB8}" dt="2026-07-12T14:12:07.463" v="219" actId="478"/>
          <ac:spMkLst>
            <pc:docMk/>
            <pc:sldMk cId="4172345208" sldId="2090650669"/>
            <ac:spMk id="36" creationId="{5C61E908-D1C3-1FB0-B025-3DCD894A5222}"/>
          </ac:spMkLst>
        </pc:spChg>
        <pc:spChg chg="add mod">
          <ac:chgData name="Sekhar Sekharan" userId="518baa86-29dc-48c7-8fb2-d35a916cb510" providerId="ADAL" clId="{AEBB8E91-64A1-4D9B-AA4C-D40DB5207DB8}" dt="2026-07-12T14:06:49.071" v="197" actId="1076"/>
          <ac:spMkLst>
            <pc:docMk/>
            <pc:sldMk cId="4172345208" sldId="2090650669"/>
            <ac:spMk id="37" creationId="{E3797453-2A96-E87B-D213-CD646E854D0D}"/>
          </ac:spMkLst>
        </pc:spChg>
        <pc:spChg chg="del topLvl">
          <ac:chgData name="Sekhar Sekharan" userId="518baa86-29dc-48c7-8fb2-d35a916cb510" providerId="ADAL" clId="{AEBB8E91-64A1-4D9B-AA4C-D40DB5207DB8}" dt="2026-07-12T13:55:04.286" v="23" actId="478"/>
          <ac:spMkLst>
            <pc:docMk/>
            <pc:sldMk cId="4172345208" sldId="2090650669"/>
            <ac:spMk id="59" creationId="{D4E42990-2715-8069-DCCF-BACB14816393}"/>
          </ac:spMkLst>
        </pc:spChg>
        <pc:grpChg chg="add mod">
          <ac:chgData name="Sekhar Sekharan" userId="518baa86-29dc-48c7-8fb2-d35a916cb510" providerId="ADAL" clId="{AEBB8E91-64A1-4D9B-AA4C-D40DB5207DB8}" dt="2026-07-12T14:05:27.862" v="176" actId="1076"/>
          <ac:grpSpMkLst>
            <pc:docMk/>
            <pc:sldMk cId="4172345208" sldId="2090650669"/>
            <ac:grpSpMk id="34" creationId="{B439FBC7-3701-AC95-76B2-786DAF9910E8}"/>
          </ac:grpSpMkLst>
        </pc:grpChg>
        <pc:grpChg chg="mod">
          <ac:chgData name="Sekhar Sekharan" userId="518baa86-29dc-48c7-8fb2-d35a916cb510" providerId="ADAL" clId="{AEBB8E91-64A1-4D9B-AA4C-D40DB5207DB8}" dt="2026-07-12T14:05:31.234" v="177" actId="1076"/>
          <ac:grpSpMkLst>
            <pc:docMk/>
            <pc:sldMk cId="4172345208" sldId="2090650669"/>
            <ac:grpSpMk id="84" creationId="{5B6C4C19-187E-ACC9-260C-07A345443F83}"/>
          </ac:grpSpMkLst>
        </pc:grpChg>
        <pc:grpChg chg="mod">
          <ac:chgData name="Sekhar Sekharan" userId="518baa86-29dc-48c7-8fb2-d35a916cb510" providerId="ADAL" clId="{AEBB8E91-64A1-4D9B-AA4C-D40DB5207DB8}" dt="2026-07-12T14:05:14.748" v="175" actId="1076"/>
          <ac:grpSpMkLst>
            <pc:docMk/>
            <pc:sldMk cId="4172345208" sldId="2090650669"/>
            <ac:grpSpMk id="90" creationId="{A3E8640C-DFF8-B513-2BD0-E2727BB34BA8}"/>
          </ac:grpSpMkLst>
        </pc:grpChg>
        <pc:grpChg chg="del">
          <ac:chgData name="Sekhar Sekharan" userId="518baa86-29dc-48c7-8fb2-d35a916cb510" providerId="ADAL" clId="{AEBB8E91-64A1-4D9B-AA4C-D40DB5207DB8}" dt="2026-07-12T13:55:04.286" v="23" actId="478"/>
          <ac:grpSpMkLst>
            <pc:docMk/>
            <pc:sldMk cId="4172345208" sldId="2090650669"/>
            <ac:grpSpMk id="91" creationId="{03595CE5-A9C9-3128-DD36-A81E2C918576}"/>
          </ac:grpSpMkLst>
        </pc:grpChg>
        <pc:picChg chg="del mod">
          <ac:chgData name="Sekhar Sekharan" userId="518baa86-29dc-48c7-8fb2-d35a916cb510" providerId="ADAL" clId="{AEBB8E91-64A1-4D9B-AA4C-D40DB5207DB8}" dt="2026-07-12T14:06:39.550" v="195" actId="478"/>
          <ac:picMkLst>
            <pc:docMk/>
            <pc:sldMk cId="4172345208" sldId="2090650669"/>
            <ac:picMk id="83" creationId="{8C0BDBDE-32A2-E298-7DDD-FA175218A0DE}"/>
          </ac:picMkLst>
        </pc:picChg>
        <pc:picChg chg="del">
          <ac:chgData name="Sekhar Sekharan" userId="518baa86-29dc-48c7-8fb2-d35a916cb510" providerId="ADAL" clId="{AEBB8E91-64A1-4D9B-AA4C-D40DB5207DB8}" dt="2026-07-12T13:54:57.231" v="22" actId="478"/>
          <ac:picMkLst>
            <pc:docMk/>
            <pc:sldMk cId="4172345208" sldId="2090650669"/>
            <ac:picMk id="88" creationId="{1447ACF4-531F-6750-7EDF-3EE33224074F}"/>
          </ac:picMkLst>
        </pc:picChg>
        <pc:cxnChg chg="del mod">
          <ac:chgData name="Sekhar Sekharan" userId="518baa86-29dc-48c7-8fb2-d35a916cb510" providerId="ADAL" clId="{AEBB8E91-64A1-4D9B-AA4C-D40DB5207DB8}" dt="2026-07-12T13:57:05.775" v="34" actId="478"/>
          <ac:cxnSpMkLst>
            <pc:docMk/>
            <pc:sldMk cId="4172345208" sldId="2090650669"/>
            <ac:cxnSpMk id="32" creationId="{0CFE2310-38AD-5DA3-5FF2-AB0F0D134892}"/>
          </ac:cxnSpMkLst>
        </pc:cxnChg>
        <pc:cxnChg chg="add mod">
          <ac:chgData name="Sekhar Sekharan" userId="518baa86-29dc-48c7-8fb2-d35a916cb510" providerId="ADAL" clId="{AEBB8E91-64A1-4D9B-AA4C-D40DB5207DB8}" dt="2026-07-12T14:11:05.754" v="216" actId="208"/>
          <ac:cxnSpMkLst>
            <pc:docMk/>
            <pc:sldMk cId="4172345208" sldId="2090650669"/>
            <ac:cxnSpMk id="40" creationId="{902239E8-6443-B8C6-DACA-5A033157736D}"/>
          </ac:cxnSpMkLst>
        </pc:cxnChg>
        <pc:cxnChg chg="add del">
          <ac:chgData name="Sekhar Sekharan" userId="518baa86-29dc-48c7-8fb2-d35a916cb510" providerId="ADAL" clId="{AEBB8E91-64A1-4D9B-AA4C-D40DB5207DB8}" dt="2026-07-12T14:08:49.943" v="200" actId="11529"/>
          <ac:cxnSpMkLst>
            <pc:docMk/>
            <pc:sldMk cId="4172345208" sldId="2090650669"/>
            <ac:cxnSpMk id="42" creationId="{345BBC0C-DC27-4FC3-15BB-355554886437}"/>
          </ac:cxnSpMkLst>
        </pc:cxnChg>
        <pc:cxnChg chg="add mod">
          <ac:chgData name="Sekhar Sekharan" userId="518baa86-29dc-48c7-8fb2-d35a916cb510" providerId="ADAL" clId="{AEBB8E91-64A1-4D9B-AA4C-D40DB5207DB8}" dt="2026-07-12T14:11:05.754" v="216" actId="208"/>
          <ac:cxnSpMkLst>
            <pc:docMk/>
            <pc:sldMk cId="4172345208" sldId="2090650669"/>
            <ac:cxnSpMk id="44" creationId="{C343D541-0D37-47ED-B29B-17DCEFFD3AAA}"/>
          </ac:cxnSpMkLst>
        </pc:cxnChg>
        <pc:cxnChg chg="mod topLvl">
          <ac:chgData name="Sekhar Sekharan" userId="518baa86-29dc-48c7-8fb2-d35a916cb510" providerId="ADAL" clId="{AEBB8E91-64A1-4D9B-AA4C-D40DB5207DB8}" dt="2026-07-12T14:05:31.234" v="177" actId="1076"/>
          <ac:cxnSpMkLst>
            <pc:docMk/>
            <pc:sldMk cId="4172345208" sldId="2090650669"/>
            <ac:cxnSpMk id="46" creationId="{574DB420-7A50-F860-04D1-A2D7D604B918}"/>
          </ac:cxnSpMkLst>
        </pc:cxnChg>
        <pc:cxnChg chg="add mod">
          <ac:chgData name="Sekhar Sekharan" userId="518baa86-29dc-48c7-8fb2-d35a916cb510" providerId="ADAL" clId="{AEBB8E91-64A1-4D9B-AA4C-D40DB5207DB8}" dt="2026-07-12T14:11:05.754" v="216" actId="208"/>
          <ac:cxnSpMkLst>
            <pc:docMk/>
            <pc:sldMk cId="4172345208" sldId="2090650669"/>
            <ac:cxnSpMk id="49" creationId="{E557E6BE-5E8A-64DC-3AA9-E2212135C618}"/>
          </ac:cxnSpMkLst>
        </pc:cxnChg>
        <pc:cxnChg chg="add del mod">
          <ac:chgData name="Sekhar Sekharan" userId="518baa86-29dc-48c7-8fb2-d35a916cb510" providerId="ADAL" clId="{AEBB8E91-64A1-4D9B-AA4C-D40DB5207DB8}" dt="2026-07-12T14:10:05.339" v="211" actId="478"/>
          <ac:cxnSpMkLst>
            <pc:docMk/>
            <pc:sldMk cId="4172345208" sldId="2090650669"/>
            <ac:cxnSpMk id="55" creationId="{A29C2512-A436-06EA-6516-72159A854368}"/>
          </ac:cxnSpMkLst>
        </pc:cxnChg>
        <pc:cxnChg chg="add mod">
          <ac:chgData name="Sekhar Sekharan" userId="518baa86-29dc-48c7-8fb2-d35a916cb510" providerId="ADAL" clId="{AEBB8E91-64A1-4D9B-AA4C-D40DB5207DB8}" dt="2026-07-12T14:11:05.754" v="216" actId="208"/>
          <ac:cxnSpMkLst>
            <pc:docMk/>
            <pc:sldMk cId="4172345208" sldId="2090650669"/>
            <ac:cxnSpMk id="63" creationId="{3D59BC2F-18A0-672D-240B-C8C41E270787}"/>
          </ac:cxnSpMkLst>
        </pc:cxnChg>
        <pc:cxnChg chg="add mod">
          <ac:chgData name="Sekhar Sekharan" userId="518baa86-29dc-48c7-8fb2-d35a916cb510" providerId="ADAL" clId="{AEBB8E91-64A1-4D9B-AA4C-D40DB5207DB8}" dt="2026-07-12T14:11:42.482" v="218" actId="14100"/>
          <ac:cxnSpMkLst>
            <pc:docMk/>
            <pc:sldMk cId="4172345208" sldId="2090650669"/>
            <ac:cxnSpMk id="69" creationId="{F9205B8A-C366-F7A5-3EF7-161DD383EED3}"/>
          </ac:cxnSpMkLst>
        </pc:cxnChg>
      </pc:sldChg>
      <pc:sldChg chg="del">
        <pc:chgData name="Sekhar Sekharan" userId="518baa86-29dc-48c7-8fb2-d35a916cb510" providerId="ADAL" clId="{AEBB8E91-64A1-4D9B-AA4C-D40DB5207DB8}" dt="2026-07-12T14:03:51.123" v="140" actId="47"/>
        <pc:sldMkLst>
          <pc:docMk/>
          <pc:sldMk cId="2695534885" sldId="2147479341"/>
        </pc:sldMkLst>
      </pc:sldChg>
      <pc:sldChg chg="add del">
        <pc:chgData name="Sekhar Sekharan" userId="518baa86-29dc-48c7-8fb2-d35a916cb510" providerId="ADAL" clId="{AEBB8E91-64A1-4D9B-AA4C-D40DB5207DB8}" dt="2026-07-12T11:00:05.532" v="1" actId="2696"/>
        <pc:sldMkLst>
          <pc:docMk/>
          <pc:sldMk cId="3426075837" sldId="2147479342"/>
        </pc:sldMkLst>
      </pc:sldChg>
      <pc:sldMasterChg chg="addSldLayout delSldLayout">
        <pc:chgData name="Sekhar Sekharan" userId="518baa86-29dc-48c7-8fb2-d35a916cb510" providerId="ADAL" clId="{AEBB8E91-64A1-4D9B-AA4C-D40DB5207DB8}" dt="2026-07-12T11:00:05.532" v="1" actId="2696"/>
        <pc:sldMasterMkLst>
          <pc:docMk/>
          <pc:sldMasterMk cId="0" sldId="2147483648"/>
        </pc:sldMasterMkLst>
        <pc:sldLayoutChg chg="add del">
          <pc:chgData name="Sekhar Sekharan" userId="518baa86-29dc-48c7-8fb2-d35a916cb510" providerId="ADAL" clId="{AEBB8E91-64A1-4D9B-AA4C-D40DB5207DB8}" dt="2026-07-12T11:00:05.532" v="1" actId="2696"/>
          <pc:sldLayoutMkLst>
            <pc:docMk/>
            <pc:sldMasterMk cId="0" sldId="2147483648"/>
            <pc:sldLayoutMk cId="3601848711" sldId="2147483665"/>
          </pc:sldLayoutMkLst>
        </pc:sldLayoutChg>
      </pc:sldMasterChg>
    </pc:docChg>
  </pc:docChgLst>
  <pc:docChgLst>
    <pc:chgData name="Sudarshan Sivaramakrishnan" userId="S::ssivaram@mathworks.com::de70194d-fdbd-489d-817c-0c0648753bc1" providerId="AD" clId="Web-{0304AEF8-201C-8E1C-4657-E4205BD58110}"/>
    <pc:docChg chg="addSld delSld modSld modSection">
      <pc:chgData name="Sudarshan Sivaramakrishnan" userId="S::ssivaram@mathworks.com::de70194d-fdbd-489d-817c-0c0648753bc1" providerId="AD" clId="Web-{0304AEF8-201C-8E1C-4657-E4205BD58110}" dt="2026-07-10T13:40:45.924" v="536"/>
      <pc:docMkLst>
        <pc:docMk/>
      </pc:docMkLst>
      <pc:sldChg chg="addSp delSp modSp">
        <pc:chgData name="Sudarshan Sivaramakrishnan" userId="S::ssivaram@mathworks.com::de70194d-fdbd-489d-817c-0c0648753bc1" providerId="AD" clId="Web-{0304AEF8-201C-8E1C-4657-E4205BD58110}" dt="2026-07-10T13:32:18.231" v="520" actId="1076"/>
        <pc:sldMkLst>
          <pc:docMk/>
          <pc:sldMk cId="2895114059" sldId="2147479330"/>
        </pc:sldMkLst>
        <pc:spChg chg="mod">
          <ac:chgData name="Sudarshan Sivaramakrishnan" userId="S::ssivaram@mathworks.com::de70194d-fdbd-489d-817c-0c0648753bc1" providerId="AD" clId="Web-{0304AEF8-201C-8E1C-4657-E4205BD58110}" dt="2026-07-10T13:21:04.667" v="388" actId="1076"/>
          <ac:spMkLst>
            <pc:docMk/>
            <pc:sldMk cId="2895114059" sldId="2147479330"/>
            <ac:spMk id="16" creationId="{B2074BE4-58A6-E9A4-28DE-018F01E4C0B4}"/>
          </ac:spMkLst>
        </pc:spChg>
        <pc:spChg chg="mod">
          <ac:chgData name="Sudarshan Sivaramakrishnan" userId="S::ssivaram@mathworks.com::de70194d-fdbd-489d-817c-0c0648753bc1" providerId="AD" clId="Web-{0304AEF8-201C-8E1C-4657-E4205BD58110}" dt="2026-07-10T13:22:14.688" v="403" actId="1076"/>
          <ac:spMkLst>
            <pc:docMk/>
            <pc:sldMk cId="2895114059" sldId="2147479330"/>
            <ac:spMk id="18" creationId="{E142F0A7-A006-A284-6641-18B61562B3CE}"/>
          </ac:spMkLst>
        </pc:spChg>
        <pc:spChg chg="mod">
          <ac:chgData name="Sudarshan Sivaramakrishnan" userId="S::ssivaram@mathworks.com::de70194d-fdbd-489d-817c-0c0648753bc1" providerId="AD" clId="Web-{0304AEF8-201C-8E1C-4657-E4205BD58110}" dt="2026-07-10T13:22:40.518" v="409" actId="1076"/>
          <ac:spMkLst>
            <pc:docMk/>
            <pc:sldMk cId="2895114059" sldId="2147479330"/>
            <ac:spMk id="20" creationId="{FE0F5FAD-27EE-5CB3-C9B9-C215F31D334A}"/>
          </ac:spMkLst>
        </pc:spChg>
        <pc:spChg chg="mod">
          <ac:chgData name="Sudarshan Sivaramakrishnan" userId="S::ssivaram@mathworks.com::de70194d-fdbd-489d-817c-0c0648753bc1" providerId="AD" clId="Web-{0304AEF8-201C-8E1C-4657-E4205BD58110}" dt="2026-07-10T13:09:28.149" v="323" actId="1076"/>
          <ac:spMkLst>
            <pc:docMk/>
            <pc:sldMk cId="2895114059" sldId="2147479330"/>
            <ac:spMk id="22" creationId="{C32DCAA1-3D1B-18FD-D8CB-F10699AD8A62}"/>
          </ac:spMkLst>
        </pc:spChg>
        <pc:picChg chg="add mod">
          <ac:chgData name="Sudarshan Sivaramakrishnan" userId="S::ssivaram@mathworks.com::de70194d-fdbd-489d-817c-0c0648753bc1" providerId="AD" clId="Web-{0304AEF8-201C-8E1C-4657-E4205BD58110}" dt="2026-07-10T13:27:11.647" v="436" actId="14100"/>
          <ac:picMkLst>
            <pc:docMk/>
            <pc:sldMk cId="2895114059" sldId="2147479330"/>
            <ac:picMk id="5" creationId="{3B57E0A3-C37F-3BAB-649B-3E3CC4BD4803}"/>
          </ac:picMkLst>
        </pc:picChg>
        <pc:picChg chg="add mod">
          <ac:chgData name="Sudarshan Sivaramakrishnan" userId="S::ssivaram@mathworks.com::de70194d-fdbd-489d-817c-0c0648753bc1" providerId="AD" clId="Web-{0304AEF8-201C-8E1C-4657-E4205BD58110}" dt="2026-07-10T13:27:11.663" v="437" actId="14100"/>
          <ac:picMkLst>
            <pc:docMk/>
            <pc:sldMk cId="2895114059" sldId="2147479330"/>
            <ac:picMk id="7" creationId="{A39A8599-E9DD-ABA1-EAF8-522085A63B75}"/>
          </ac:picMkLst>
        </pc:picChg>
        <pc:picChg chg="add mod ord">
          <ac:chgData name="Sudarshan Sivaramakrishnan" userId="S::ssivaram@mathworks.com::de70194d-fdbd-489d-817c-0c0648753bc1" providerId="AD" clId="Web-{0304AEF8-201C-8E1C-4657-E4205BD58110}" dt="2026-07-10T13:32:18.231" v="520" actId="1076"/>
          <ac:picMkLst>
            <pc:docMk/>
            <pc:sldMk cId="2895114059" sldId="2147479330"/>
            <ac:picMk id="11" creationId="{FF81D380-4F1D-2E00-A5F3-9D977B24EA17}"/>
          </ac:picMkLst>
        </pc:picChg>
      </pc:sldChg>
      <pc:sldChg chg="modSp">
        <pc:chgData name="Sudarshan Sivaramakrishnan" userId="S::ssivaram@mathworks.com::de70194d-fdbd-489d-817c-0c0648753bc1" providerId="AD" clId="Web-{0304AEF8-201C-8E1C-4657-E4205BD58110}" dt="2026-07-10T13:40:30.344" v="533" actId="20577"/>
        <pc:sldMkLst>
          <pc:docMk/>
          <pc:sldMk cId="3477293349" sldId="2147479333"/>
        </pc:sldMkLst>
        <pc:spChg chg="mod">
          <ac:chgData name="Sudarshan Sivaramakrishnan" userId="S::ssivaram@mathworks.com::de70194d-fdbd-489d-817c-0c0648753bc1" providerId="AD" clId="Web-{0304AEF8-201C-8E1C-4657-E4205BD58110}" dt="2026-07-10T13:40:30.344" v="533" actId="20577"/>
          <ac:spMkLst>
            <pc:docMk/>
            <pc:sldMk cId="3477293349" sldId="2147479333"/>
            <ac:spMk id="2" creationId="{E455A333-2A12-B055-047F-85341A77A507}"/>
          </ac:spMkLst>
        </pc:spChg>
        <pc:spChg chg="mod">
          <ac:chgData name="Sudarshan Sivaramakrishnan" userId="S::ssivaram@mathworks.com::de70194d-fdbd-489d-817c-0c0648753bc1" providerId="AD" clId="Web-{0304AEF8-201C-8E1C-4657-E4205BD58110}" dt="2026-07-10T13:08:24.582" v="303" actId="20577"/>
          <ac:spMkLst>
            <pc:docMk/>
            <pc:sldMk cId="3477293349" sldId="2147479333"/>
            <ac:spMk id="13" creationId="{D092BF27-E6D9-E662-F7F8-F4C3854EED3C}"/>
          </ac:spMkLst>
        </pc:spChg>
      </pc:sldChg>
      <pc:sldChg chg="addSp delSp modSp">
        <pc:chgData name="Sudarshan Sivaramakrishnan" userId="S::ssivaram@mathworks.com::de70194d-fdbd-489d-817c-0c0648753bc1" providerId="AD" clId="Web-{0304AEF8-201C-8E1C-4657-E4205BD58110}" dt="2026-07-10T13:32:14.262" v="519" actId="1076"/>
        <pc:sldMkLst>
          <pc:docMk/>
          <pc:sldMk cId="1186657303" sldId="2147479340"/>
        </pc:sldMkLst>
        <pc:spChg chg="add mod ord">
          <ac:chgData name="Sudarshan Sivaramakrishnan" userId="S::ssivaram@mathworks.com::de70194d-fdbd-489d-817c-0c0648753bc1" providerId="AD" clId="Web-{0304AEF8-201C-8E1C-4657-E4205BD58110}" dt="2026-07-10T13:31:58.371" v="517" actId="20577"/>
          <ac:spMkLst>
            <pc:docMk/>
            <pc:sldMk cId="1186657303" sldId="2147479340"/>
            <ac:spMk id="4" creationId="{B99616A8-FA27-D323-5131-6655EA093AF0}"/>
          </ac:spMkLst>
        </pc:spChg>
        <pc:spChg chg="ord">
          <ac:chgData name="Sudarshan Sivaramakrishnan" userId="S::ssivaram@mathworks.com::de70194d-fdbd-489d-817c-0c0648753bc1" providerId="AD" clId="Web-{0304AEF8-201C-8E1C-4657-E4205BD58110}" dt="2026-07-10T13:30:05.722" v="497"/>
          <ac:spMkLst>
            <pc:docMk/>
            <pc:sldMk cId="1186657303" sldId="2147479340"/>
            <ac:spMk id="7" creationId="{BD98A121-9CC7-9AF4-35FD-E6E964789175}"/>
          </ac:spMkLst>
        </pc:spChg>
        <pc:spChg chg="mod">
          <ac:chgData name="Sudarshan Sivaramakrishnan" userId="S::ssivaram@mathworks.com::de70194d-fdbd-489d-817c-0c0648753bc1" providerId="AD" clId="Web-{0304AEF8-201C-8E1C-4657-E4205BD58110}" dt="2026-07-10T13:09:38.290" v="329" actId="1076"/>
          <ac:spMkLst>
            <pc:docMk/>
            <pc:sldMk cId="1186657303" sldId="2147479340"/>
            <ac:spMk id="8" creationId="{48C11938-D1F8-97EE-4EF4-8397001A4FD4}"/>
          </ac:spMkLst>
        </pc:spChg>
        <pc:spChg chg="add del ord">
          <ac:chgData name="Sudarshan Sivaramakrishnan" userId="S::ssivaram@mathworks.com::de70194d-fdbd-489d-817c-0c0648753bc1" providerId="AD" clId="Web-{0304AEF8-201C-8E1C-4657-E4205BD58110}" dt="2026-07-10T13:30:09.332" v="500"/>
          <ac:spMkLst>
            <pc:docMk/>
            <pc:sldMk cId="1186657303" sldId="2147479340"/>
            <ac:spMk id="16" creationId="{669411D8-746A-42C6-19AA-FE4996482030}"/>
          </ac:spMkLst>
        </pc:spChg>
        <pc:spChg chg="add del ord">
          <ac:chgData name="Sudarshan Sivaramakrishnan" userId="S::ssivaram@mathworks.com::de70194d-fdbd-489d-817c-0c0648753bc1" providerId="AD" clId="Web-{0304AEF8-201C-8E1C-4657-E4205BD58110}" dt="2026-07-10T13:30:10.066" v="501"/>
          <ac:spMkLst>
            <pc:docMk/>
            <pc:sldMk cId="1186657303" sldId="2147479340"/>
            <ac:spMk id="18" creationId="{27905C1F-9245-84F1-51F7-2D407701AB95}"/>
          </ac:spMkLst>
        </pc:spChg>
        <pc:spChg chg="add del mod ord">
          <ac:chgData name="Sudarshan Sivaramakrishnan" userId="S::ssivaram@mathworks.com::de70194d-fdbd-489d-817c-0c0648753bc1" providerId="AD" clId="Web-{0304AEF8-201C-8E1C-4657-E4205BD58110}" dt="2026-07-10T13:30:10.832" v="502"/>
          <ac:spMkLst>
            <pc:docMk/>
            <pc:sldMk cId="1186657303" sldId="2147479340"/>
            <ac:spMk id="20" creationId="{1EE059F9-3C71-DF9D-3A03-2F87BEE0615C}"/>
          </ac:spMkLst>
        </pc:spChg>
        <pc:picChg chg="add mod ord">
          <ac:chgData name="Sudarshan Sivaramakrishnan" userId="S::ssivaram@mathworks.com::de70194d-fdbd-489d-817c-0c0648753bc1" providerId="AD" clId="Web-{0304AEF8-201C-8E1C-4657-E4205BD58110}" dt="2026-07-10T13:32:14.262" v="519" actId="1076"/>
          <ac:picMkLst>
            <pc:docMk/>
            <pc:sldMk cId="1186657303" sldId="2147479340"/>
            <ac:picMk id="13" creationId="{931C8F71-9D9C-27F7-72D9-B51528CA07D8}"/>
          </ac:picMkLst>
        </pc:picChg>
        <pc:picChg chg="add del">
          <ac:chgData name="Sudarshan Sivaramakrishnan" userId="S::ssivaram@mathworks.com::de70194d-fdbd-489d-817c-0c0648753bc1" providerId="AD" clId="Web-{0304AEF8-201C-8E1C-4657-E4205BD58110}" dt="2026-07-10T13:29:53.221" v="495"/>
          <ac:picMkLst>
            <pc:docMk/>
            <pc:sldMk cId="1186657303" sldId="2147479340"/>
            <ac:picMk id="22" creationId="{269E8223-5A94-3651-7BBA-677439F097B1}"/>
          </ac:picMkLst>
        </pc:picChg>
        <pc:picChg chg="add del">
          <ac:chgData name="Sudarshan Sivaramakrishnan" userId="S::ssivaram@mathworks.com::de70194d-fdbd-489d-817c-0c0648753bc1" providerId="AD" clId="Web-{0304AEF8-201C-8E1C-4657-E4205BD58110}" dt="2026-07-10T13:29:53.221" v="496"/>
          <ac:picMkLst>
            <pc:docMk/>
            <pc:sldMk cId="1186657303" sldId="2147479340"/>
            <ac:picMk id="24" creationId="{39348A88-FA58-E979-5681-2C379291573E}"/>
          </ac:picMkLst>
        </pc:picChg>
      </pc:sldChg>
    </pc:docChg>
  </pc:docChgLst>
  <pc:docChgLst>
    <pc:chgData name="Sudarshan Sivaramakrishnan" userId="S::ssivaram@mathworks.com::de70194d-fdbd-489d-817c-0c0648753bc1" providerId="AD" clId="Web-{77E0C31D-0C18-1930-84F7-3703432895A2}"/>
    <pc:docChg chg="addSld delSld modSld modSection">
      <pc:chgData name="Sudarshan Sivaramakrishnan" userId="S::ssivaram@mathworks.com::de70194d-fdbd-489d-817c-0c0648753bc1" providerId="AD" clId="Web-{77E0C31D-0C18-1930-84F7-3703432895A2}" dt="2026-07-10T21:46:48.746" v="124" actId="20577"/>
      <pc:docMkLst>
        <pc:docMk/>
      </pc:docMkLst>
      <pc:sldChg chg="addSp delSp modSp add del replId">
        <pc:chgData name="Sudarshan Sivaramakrishnan" userId="S::ssivaram@mathworks.com::de70194d-fdbd-489d-817c-0c0648753bc1" providerId="AD" clId="Web-{77E0C31D-0C18-1930-84F7-3703432895A2}" dt="2026-07-10T21:29:14.833" v="108" actId="1076"/>
        <pc:sldMkLst>
          <pc:docMk/>
          <pc:sldMk cId="3426075837" sldId="2147479342"/>
        </pc:sldMkLst>
        <pc:spChg chg="mod">
          <ac:chgData name="Sudarshan Sivaramakrishnan" userId="S::ssivaram@mathworks.com::de70194d-fdbd-489d-817c-0c0648753bc1" providerId="AD" clId="Web-{77E0C31D-0C18-1930-84F7-3703432895A2}" dt="2026-07-10T21:28:29.253" v="87" actId="20577"/>
          <ac:spMkLst>
            <pc:docMk/>
            <pc:sldMk cId="3426075837" sldId="2147479342"/>
            <ac:spMk id="64" creationId="{1C84F14F-1D05-5B1B-47CE-30CFA91987FB}"/>
          </ac:spMkLst>
        </pc:spChg>
        <pc:picChg chg="add mod modCrop">
          <ac:chgData name="Sudarshan Sivaramakrishnan" userId="S::ssivaram@mathworks.com::de70194d-fdbd-489d-817c-0c0648753bc1" providerId="AD" clId="Web-{77E0C31D-0C18-1930-84F7-3703432895A2}" dt="2026-07-10T21:29:14.833" v="108" actId="1076"/>
          <ac:picMkLst>
            <pc:docMk/>
            <pc:sldMk cId="3426075837" sldId="2147479342"/>
            <ac:picMk id="5" creationId="{176B3799-0CEC-D9A5-BA26-116F4D0A4544}"/>
          </ac:picMkLst>
        </pc:picChg>
      </pc:sldChg>
    </pc:docChg>
  </pc:docChgLst>
  <pc:docChgLst>
    <pc:chgData name="Sudarshan Sivaramakrishnan" userId="S::ssivaram@mathworks.com::de70194d-fdbd-489d-817c-0c0648753bc1" providerId="AD" clId="Web-{243A51C8-5E7F-AD81-7D65-7AEB4D0A4F4B}"/>
    <pc:docChg chg="addSld delSld modSld delSection modSection">
      <pc:chgData name="Sudarshan Sivaramakrishnan" userId="S::ssivaram@mathworks.com::de70194d-fdbd-489d-817c-0c0648753bc1" providerId="AD" clId="Web-{243A51C8-5E7F-AD81-7D65-7AEB4D0A4F4B}" dt="2026-07-11T14:15:04.946" v="34"/>
      <pc:docMkLst>
        <pc:docMk/>
      </pc:docMkLst>
      <pc:sldChg chg="del">
        <pc:chgData name="Sudarshan Sivaramakrishnan" userId="S::ssivaram@mathworks.com::de70194d-fdbd-489d-817c-0c0648753bc1" providerId="AD" clId="Web-{243A51C8-5E7F-AD81-7D65-7AEB4D0A4F4B}" dt="2026-07-11T14:15:00.883" v="33"/>
        <pc:sldMkLst>
          <pc:docMk/>
          <pc:sldMk cId="278602659" sldId="2147479298"/>
        </pc:sldMkLst>
      </pc:sldChg>
      <pc:sldChg chg="del">
        <pc:chgData name="Sudarshan Sivaramakrishnan" userId="S::ssivaram@mathworks.com::de70194d-fdbd-489d-817c-0c0648753bc1" providerId="AD" clId="Web-{243A51C8-5E7F-AD81-7D65-7AEB4D0A4F4B}" dt="2026-07-11T14:15:00.868" v="32"/>
        <pc:sldMkLst>
          <pc:docMk/>
          <pc:sldMk cId="943964845" sldId="2147479299"/>
        </pc:sldMkLst>
      </pc:sldChg>
      <pc:sldChg chg="del">
        <pc:chgData name="Sudarshan Sivaramakrishnan" userId="S::ssivaram@mathworks.com::de70194d-fdbd-489d-817c-0c0648753bc1" providerId="AD" clId="Web-{243A51C8-5E7F-AD81-7D65-7AEB4D0A4F4B}" dt="2026-07-11T14:15:00.868" v="31"/>
        <pc:sldMkLst>
          <pc:docMk/>
          <pc:sldMk cId="2402447126" sldId="2147479317"/>
        </pc:sldMkLst>
      </pc:sldChg>
      <pc:sldChg chg="modSp">
        <pc:chgData name="Sudarshan Sivaramakrishnan" userId="S::ssivaram@mathworks.com::de70194d-fdbd-489d-817c-0c0648753bc1" providerId="AD" clId="Web-{243A51C8-5E7F-AD81-7D65-7AEB4D0A4F4B}" dt="2026-07-11T14:14:40.304" v="28" actId="20577"/>
        <pc:sldMkLst>
          <pc:docMk/>
          <pc:sldMk cId="2695534885" sldId="2147479341"/>
        </pc:sldMkLst>
        <pc:spChg chg="mod">
          <ac:chgData name="Sudarshan Sivaramakrishnan" userId="S::ssivaram@mathworks.com::de70194d-fdbd-489d-817c-0c0648753bc1" providerId="AD" clId="Web-{243A51C8-5E7F-AD81-7D65-7AEB4D0A4F4B}" dt="2026-07-11T14:14:40.304" v="28" actId="20577"/>
          <ac:spMkLst>
            <pc:docMk/>
            <pc:sldMk cId="2695534885" sldId="2147479341"/>
            <ac:spMk id="3" creationId="{252FBFA9-00C2-8FDD-398D-FCFBEE39B8A8}"/>
          </ac:spMkLst>
        </pc:spChg>
      </pc:sldChg>
      <pc:sldChg chg="modSp">
        <pc:chgData name="Sudarshan Sivaramakrishnan" userId="S::ssivaram@mathworks.com::de70194d-fdbd-489d-817c-0c0648753bc1" providerId="AD" clId="Web-{243A51C8-5E7F-AD81-7D65-7AEB4D0A4F4B}" dt="2026-07-11T14:14:00.803" v="26" actId="20577"/>
        <pc:sldMkLst>
          <pc:docMk/>
          <pc:sldMk cId="1455500157" sldId="2147479343"/>
        </pc:sldMkLst>
        <pc:spChg chg="mod">
          <ac:chgData name="Sudarshan Sivaramakrishnan" userId="S::ssivaram@mathworks.com::de70194d-fdbd-489d-817c-0c0648753bc1" providerId="AD" clId="Web-{243A51C8-5E7F-AD81-7D65-7AEB4D0A4F4B}" dt="2026-07-11T14:13:46.990" v="25" actId="20577"/>
          <ac:spMkLst>
            <pc:docMk/>
            <pc:sldMk cId="1455500157" sldId="2147479343"/>
            <ac:spMk id="2" creationId="{880F8E95-FC92-C865-9D90-9D3570C5CB7A}"/>
          </ac:spMkLst>
        </pc:spChg>
        <pc:spChg chg="mod">
          <ac:chgData name="Sudarshan Sivaramakrishnan" userId="S::ssivaram@mathworks.com::de70194d-fdbd-489d-817c-0c0648753bc1" providerId="AD" clId="Web-{243A51C8-5E7F-AD81-7D65-7AEB4D0A4F4B}" dt="2026-07-11T14:14:00.803" v="26" actId="20577"/>
          <ac:spMkLst>
            <pc:docMk/>
            <pc:sldMk cId="1455500157" sldId="2147479343"/>
            <ac:spMk id="3" creationId="{A123582A-12D9-6455-611F-1C9A61116042}"/>
          </ac:spMkLst>
        </pc:spChg>
      </pc:sldChg>
      <pc:sldChg chg="modSp new">
        <pc:chgData name="Sudarshan Sivaramakrishnan" userId="S::ssivaram@mathworks.com::de70194d-fdbd-489d-817c-0c0648753bc1" providerId="AD" clId="Web-{243A51C8-5E7F-AD81-7D65-7AEB4D0A4F4B}" dt="2026-07-11T14:13:36.474" v="16" actId="20577"/>
        <pc:sldMkLst>
          <pc:docMk/>
          <pc:sldMk cId="1510197360" sldId="2147479344"/>
        </pc:sldMkLst>
        <pc:spChg chg="mod">
          <ac:chgData name="Sudarshan Sivaramakrishnan" userId="S::ssivaram@mathworks.com::de70194d-fdbd-489d-817c-0c0648753bc1" providerId="AD" clId="Web-{243A51C8-5E7F-AD81-7D65-7AEB4D0A4F4B}" dt="2026-07-11T14:13:36.474" v="16" actId="20577"/>
          <ac:spMkLst>
            <pc:docMk/>
            <pc:sldMk cId="1510197360" sldId="2147479344"/>
            <ac:spMk id="2" creationId="{F843E1B4-2B9E-2379-E653-246804FEBC36}"/>
          </ac:spMkLst>
        </pc:spChg>
      </pc:sldChg>
      <pc:sldChg chg="add replId">
        <pc:chgData name="Sudarshan Sivaramakrishnan" userId="S::ssivaram@mathworks.com::de70194d-fdbd-489d-817c-0c0648753bc1" providerId="AD" clId="Web-{243A51C8-5E7F-AD81-7D65-7AEB4D0A4F4B}" dt="2026-07-11T14:14:48.242" v="29"/>
        <pc:sldMkLst>
          <pc:docMk/>
          <pc:sldMk cId="2445030160" sldId="2147479345"/>
        </pc:sldMkLst>
      </pc:sldChg>
      <pc:sldChg chg="add replId">
        <pc:chgData name="Sudarshan Sivaramakrishnan" userId="S::ssivaram@mathworks.com::de70194d-fdbd-489d-817c-0c0648753bc1" providerId="AD" clId="Web-{243A51C8-5E7F-AD81-7D65-7AEB4D0A4F4B}" dt="2026-07-11T14:14:48.289" v="30"/>
        <pc:sldMkLst>
          <pc:docMk/>
          <pc:sldMk cId="1076772094" sldId="214747934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469265"/>
          </a:xfrm>
          <a:prstGeom prst="rect">
            <a:avLst/>
          </a:prstGeom>
        </p:spPr>
        <p:txBody>
          <a:bodyPr vert="horz" lIns="94192" tIns="47096" rIns="94192" bIns="47096" rtlCol="0"/>
          <a:lstStyle>
            <a:lvl1pPr algn="l">
              <a:defRPr sz="1200"/>
            </a:lvl1pPr>
          </a:lstStyle>
          <a:p>
            <a:endParaRPr lang="en-US"/>
          </a:p>
        </p:txBody>
      </p:sp>
      <p:sp>
        <p:nvSpPr>
          <p:cNvPr id="3" name="Date Placeholder 2"/>
          <p:cNvSpPr>
            <a:spLocks noGrp="1"/>
          </p:cNvSpPr>
          <p:nvPr>
            <p:ph type="dt" sz="quarter" idx="1"/>
          </p:nvPr>
        </p:nvSpPr>
        <p:spPr>
          <a:xfrm>
            <a:off x="4021294" y="0"/>
            <a:ext cx="3076363" cy="469265"/>
          </a:xfrm>
          <a:prstGeom prst="rect">
            <a:avLst/>
          </a:prstGeom>
        </p:spPr>
        <p:txBody>
          <a:bodyPr vert="horz" lIns="94192" tIns="47096" rIns="94192" bIns="47096" rtlCol="0"/>
          <a:lstStyle>
            <a:lvl1pPr algn="r">
              <a:defRPr sz="1200"/>
            </a:lvl1pPr>
          </a:lstStyle>
          <a:p>
            <a:fld id="{5F993C83-2184-4286-ABE1-941A40B40C8F}" type="datetimeFigureOut">
              <a:rPr lang="en-US" smtClean="0"/>
              <a:pPr/>
              <a:t>7/12/2026</a:t>
            </a:fld>
            <a:endParaRPr lang="en-US"/>
          </a:p>
        </p:txBody>
      </p:sp>
      <p:sp>
        <p:nvSpPr>
          <p:cNvPr id="4" name="Footer Placeholder 3"/>
          <p:cNvSpPr>
            <a:spLocks noGrp="1"/>
          </p:cNvSpPr>
          <p:nvPr>
            <p:ph type="ftr" sz="quarter" idx="2"/>
          </p:nvPr>
        </p:nvSpPr>
        <p:spPr>
          <a:xfrm>
            <a:off x="0" y="8914406"/>
            <a:ext cx="3076363" cy="469265"/>
          </a:xfrm>
          <a:prstGeom prst="rect">
            <a:avLst/>
          </a:prstGeom>
        </p:spPr>
        <p:txBody>
          <a:bodyPr vert="horz" lIns="94192" tIns="47096" rIns="94192" bIns="47096" rtlCol="0" anchor="b"/>
          <a:lstStyle>
            <a:lvl1pPr algn="l">
              <a:defRPr sz="1200"/>
            </a:lvl1pPr>
          </a:lstStyle>
          <a:p>
            <a:endParaRPr lang="en-US"/>
          </a:p>
        </p:txBody>
      </p:sp>
      <p:sp>
        <p:nvSpPr>
          <p:cNvPr id="5" name="Slide Number Placeholder 4"/>
          <p:cNvSpPr>
            <a:spLocks noGrp="1"/>
          </p:cNvSpPr>
          <p:nvPr>
            <p:ph type="sldNum" sz="quarter" idx="3"/>
          </p:nvPr>
        </p:nvSpPr>
        <p:spPr>
          <a:xfrm>
            <a:off x="4021294" y="8914406"/>
            <a:ext cx="3076363" cy="469265"/>
          </a:xfrm>
          <a:prstGeom prst="rect">
            <a:avLst/>
          </a:prstGeom>
        </p:spPr>
        <p:txBody>
          <a:bodyPr vert="horz" lIns="94192" tIns="47096" rIns="94192" bIns="47096" rtlCol="0" anchor="b"/>
          <a:lstStyle>
            <a:lvl1pPr algn="r">
              <a:defRPr sz="1200"/>
            </a:lvl1pPr>
          </a:lstStyle>
          <a:p>
            <a:fld id="{F7603001-E0F2-47E5-A338-816CC267AF60}" type="slidenum">
              <a:rPr lang="en-US" smtClean="0"/>
              <a:pPr/>
              <a:t>‹#›</a:t>
            </a:fld>
            <a:endParaRPr lang="en-US"/>
          </a:p>
        </p:txBody>
      </p:sp>
    </p:spTree>
    <p:extLst>
      <p:ext uri="{BB962C8B-B14F-4D97-AF65-F5344CB8AC3E}">
        <p14:creationId xmlns:p14="http://schemas.microsoft.com/office/powerpoint/2010/main" val="2153657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469265"/>
          </a:xfrm>
          <a:prstGeom prst="rect">
            <a:avLst/>
          </a:prstGeom>
        </p:spPr>
        <p:txBody>
          <a:bodyPr vert="horz" lIns="94192" tIns="47096" rIns="94192" bIns="47096" rtlCol="0"/>
          <a:lstStyle>
            <a:lvl1pPr algn="l">
              <a:defRPr sz="1200"/>
            </a:lvl1pPr>
          </a:lstStyle>
          <a:p>
            <a:endParaRPr lang="en-US"/>
          </a:p>
        </p:txBody>
      </p:sp>
      <p:sp>
        <p:nvSpPr>
          <p:cNvPr id="3" name="Date Placeholder 2"/>
          <p:cNvSpPr>
            <a:spLocks noGrp="1"/>
          </p:cNvSpPr>
          <p:nvPr>
            <p:ph type="dt" idx="1"/>
          </p:nvPr>
        </p:nvSpPr>
        <p:spPr>
          <a:xfrm>
            <a:off x="4021294" y="0"/>
            <a:ext cx="3076363" cy="469265"/>
          </a:xfrm>
          <a:prstGeom prst="rect">
            <a:avLst/>
          </a:prstGeom>
        </p:spPr>
        <p:txBody>
          <a:bodyPr vert="horz" lIns="94192" tIns="47096" rIns="94192" bIns="47096" rtlCol="0"/>
          <a:lstStyle>
            <a:lvl1pPr algn="r">
              <a:defRPr sz="1200"/>
            </a:lvl1pPr>
          </a:lstStyle>
          <a:p>
            <a:fld id="{6053241F-7ED4-45AC-844C-15DB0D5F9CCD}" type="datetimeFigureOut">
              <a:rPr lang="en-US" smtClean="0"/>
              <a:pPr/>
              <a:t>7/12/2026</a:t>
            </a:fld>
            <a:endParaRPr lang="en-US"/>
          </a:p>
        </p:txBody>
      </p:sp>
      <p:sp>
        <p:nvSpPr>
          <p:cNvPr id="4" name="Slide Image Placeholder 3"/>
          <p:cNvSpPr>
            <a:spLocks noGrp="1" noRot="1" noChangeAspect="1"/>
          </p:cNvSpPr>
          <p:nvPr>
            <p:ph type="sldImg" idx="2"/>
          </p:nvPr>
        </p:nvSpPr>
        <p:spPr>
          <a:xfrm>
            <a:off x="420688" y="703263"/>
            <a:ext cx="6257925" cy="3519487"/>
          </a:xfrm>
          <a:prstGeom prst="rect">
            <a:avLst/>
          </a:prstGeom>
          <a:noFill/>
          <a:ln w="12700">
            <a:solidFill>
              <a:prstClr val="black"/>
            </a:solidFill>
          </a:ln>
        </p:spPr>
        <p:txBody>
          <a:bodyPr vert="horz" lIns="94192" tIns="47096" rIns="94192" bIns="47096" rtlCol="0" anchor="ctr"/>
          <a:lstStyle/>
          <a:p>
            <a:endParaRPr lang="en-US"/>
          </a:p>
        </p:txBody>
      </p:sp>
      <p:sp>
        <p:nvSpPr>
          <p:cNvPr id="5" name="Notes Placeholder 4"/>
          <p:cNvSpPr>
            <a:spLocks noGrp="1"/>
          </p:cNvSpPr>
          <p:nvPr>
            <p:ph type="body" sz="quarter" idx="3"/>
          </p:nvPr>
        </p:nvSpPr>
        <p:spPr>
          <a:xfrm>
            <a:off x="709930" y="4458018"/>
            <a:ext cx="5679440" cy="4223385"/>
          </a:xfrm>
          <a:prstGeom prst="rect">
            <a:avLst/>
          </a:prstGeom>
        </p:spPr>
        <p:txBody>
          <a:bodyPr vert="horz" lIns="94192" tIns="47096" rIns="94192" bIns="4709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4406"/>
            <a:ext cx="3076363" cy="469265"/>
          </a:xfrm>
          <a:prstGeom prst="rect">
            <a:avLst/>
          </a:prstGeom>
        </p:spPr>
        <p:txBody>
          <a:bodyPr vert="horz" lIns="94192" tIns="47096" rIns="94192" bIns="47096" rtlCol="0" anchor="b"/>
          <a:lstStyle>
            <a:lvl1pPr algn="l">
              <a:defRPr sz="1200"/>
            </a:lvl1pPr>
          </a:lstStyle>
          <a:p>
            <a:endParaRPr lang="en-US"/>
          </a:p>
        </p:txBody>
      </p:sp>
      <p:sp>
        <p:nvSpPr>
          <p:cNvPr id="7" name="Slide Number Placeholder 6"/>
          <p:cNvSpPr>
            <a:spLocks noGrp="1"/>
          </p:cNvSpPr>
          <p:nvPr>
            <p:ph type="sldNum" sz="quarter" idx="5"/>
          </p:nvPr>
        </p:nvSpPr>
        <p:spPr>
          <a:xfrm>
            <a:off x="4021294" y="8914406"/>
            <a:ext cx="3076363" cy="469265"/>
          </a:xfrm>
          <a:prstGeom prst="rect">
            <a:avLst/>
          </a:prstGeom>
        </p:spPr>
        <p:txBody>
          <a:bodyPr vert="horz" lIns="94192" tIns="47096" rIns="94192" bIns="47096" rtlCol="0" anchor="b"/>
          <a:lstStyle>
            <a:lvl1pPr algn="r">
              <a:defRPr sz="1200"/>
            </a:lvl1pPr>
          </a:lstStyle>
          <a:p>
            <a:fld id="{AD73B8C3-A209-4A55-9261-22C2A02B3159}" type="slidenum">
              <a:rPr lang="en-US" smtClean="0"/>
              <a:pPr/>
              <a:t>‹#›</a:t>
            </a:fld>
            <a:endParaRPr lang="en-US"/>
          </a:p>
        </p:txBody>
      </p:sp>
    </p:spTree>
    <p:extLst>
      <p:ext uri="{BB962C8B-B14F-4D97-AF65-F5344CB8AC3E}">
        <p14:creationId xmlns:p14="http://schemas.microsoft.com/office/powerpoint/2010/main" val="1744081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mmwavetech.fujikura.jp/img/5g/MW96-11-22-0008(11)_Type-C_Brochure.pdf"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mathworks.com/help/images/image-quality-metrics.html"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www.mathworks.com/help/images/ref/multissim.html"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21F3D-66D1-B4B2-C73E-4EF2AEA294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30D5C7-16F5-1723-DDD0-96F45A1F2B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7043DD-12F9-B5A6-2D22-EB8F4C3C10FD}"/>
              </a:ext>
            </a:extLst>
          </p:cNvPr>
          <p:cNvSpPr>
            <a:spLocks noGrp="1"/>
          </p:cNvSpPr>
          <p:nvPr>
            <p:ph type="body" idx="1"/>
          </p:nvPr>
        </p:nvSpPr>
        <p:spPr/>
        <p:txBody>
          <a:bodyPr>
            <a:normAutofit/>
          </a:bodyPr>
          <a:lstStyle/>
          <a:p>
            <a:r>
              <a:rPr lang="en-US" sz="1200" b="0" kern="1200">
                <a:solidFill>
                  <a:schemeClr val="tx1"/>
                </a:solidFill>
                <a:effectLst/>
                <a:latin typeface="+mn-lt"/>
                <a:ea typeface="+mn-ea"/>
                <a:cs typeface="+mn-cs"/>
              </a:rPr>
              <a:t>Build the RF digital twin of a beamformer from OTA measurements and with hardware knowledge coming from the datasheet.</a:t>
            </a:r>
          </a:p>
          <a:p>
            <a:r>
              <a:rPr lang="en-US" sz="1200" b="0" kern="1200">
                <a:solidFill>
                  <a:schemeClr val="tx1"/>
                </a:solidFill>
                <a:effectLst/>
                <a:latin typeface="+mn-lt"/>
                <a:ea typeface="+mn-ea"/>
                <a:cs typeface="+mn-cs"/>
              </a:rPr>
              <a:t>Use the digital twin for system-level integration and exploration of different applications.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00A9E0"/>
                </a:solidFill>
                <a:latin typeface="Arial" panose="020B0604020202020204" pitchFamily="34" charset="0"/>
                <a:cs typeface="Arial" panose="020B0604020202020204" pitchFamily="34" charset="0"/>
              </a:rPr>
              <a:t>This work is based on the model of the Fujikura Type-C PAAM integrated beamformer:</a:t>
            </a:r>
          </a:p>
          <a:p>
            <a:pPr marL="0" marR="0" lvl="0" indent="0" algn="l" defTabSz="914400" rtl="0" eaLnBrk="1" fontAlgn="auto" latinLnBrk="0" hangingPunct="1">
              <a:lnSpc>
                <a:spcPct val="100000"/>
              </a:lnSpc>
              <a:spcBef>
                <a:spcPts val="0"/>
              </a:spcBef>
              <a:spcAft>
                <a:spcPts val="0"/>
              </a:spcAft>
              <a:buClrTx/>
              <a:buSzTx/>
              <a:buFontTx/>
              <a:buNone/>
              <a:tabLst/>
              <a:defRPr/>
            </a:pPr>
            <a:r>
              <a:rPr lang="fr-FR">
                <a:hlinkClick r:id="rId3"/>
              </a:rPr>
              <a:t>MW96-11-22-0008(11)_Type-C_Brochure.pdf</a:t>
            </a:r>
            <a:endParaRPr lang="en-US" b="0" i="0">
              <a:solidFill>
                <a:srgbClr val="00A9E0"/>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6C4A422-5796-76F8-23C2-AE20B6C3502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5EFE56-2268-E243-B780-39B09C57B43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038036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E99AE-60B7-F878-2000-13BEE279FD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D3A52B-3A73-31CF-E70A-1367B00FF1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EC378-52F3-4637-3DD1-DE35357FB5FF}"/>
              </a:ext>
            </a:extLst>
          </p:cNvPr>
          <p:cNvSpPr>
            <a:spLocks noGrp="1"/>
          </p:cNvSpPr>
          <p:nvPr>
            <p:ph type="body" idx="1"/>
          </p:nvPr>
        </p:nvSpPr>
        <p:spPr/>
        <p:txBody>
          <a:bodyPr/>
          <a:lstStyle/>
          <a:p>
            <a:r>
              <a:rPr lang="en-US"/>
              <a:t>If the antenna lifecycle often starts with EM analysis, in most cases it involves dealing with data, results coming from EM tools, or from measurements. </a:t>
            </a:r>
            <a:endParaRPr lang="LID4096"/>
          </a:p>
        </p:txBody>
      </p:sp>
      <p:sp>
        <p:nvSpPr>
          <p:cNvPr id="4" name="Slide Number Placeholder 3">
            <a:extLst>
              <a:ext uri="{FF2B5EF4-FFF2-40B4-BE49-F238E27FC236}">
                <a16:creationId xmlns:a16="http://schemas.microsoft.com/office/drawing/2014/main" id="{D55396C9-E24C-8996-F7A0-649F6EAC3A72}"/>
              </a:ext>
            </a:extLst>
          </p:cNvPr>
          <p:cNvSpPr>
            <a:spLocks noGrp="1"/>
          </p:cNvSpPr>
          <p:nvPr>
            <p:ph type="sldNum" sz="quarter" idx="5"/>
          </p:nvPr>
        </p:nvSpPr>
        <p:spPr/>
        <p:txBody>
          <a:bodyPr/>
          <a:lstStyle/>
          <a:p>
            <a:fld id="{AD73B8C3-A209-4A55-9261-22C2A02B3159}" type="slidenum">
              <a:rPr lang="en-US" smtClean="0"/>
              <a:pPr/>
              <a:t>2</a:t>
            </a:fld>
            <a:endParaRPr lang="en-US"/>
          </a:p>
        </p:txBody>
      </p:sp>
    </p:spTree>
    <p:extLst>
      <p:ext uri="{BB962C8B-B14F-4D97-AF65-F5344CB8AC3E}">
        <p14:creationId xmlns:p14="http://schemas.microsoft.com/office/powerpoint/2010/main" val="24257946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atin typeface="Calibri" panose="020F0502020204030204" pitchFamily="34" charset="0"/>
                <a:ea typeface="Calibri" panose="020F0502020204030204" pitchFamily="34" charset="0"/>
                <a:cs typeface="Calibri" panose="020F0502020204030204" pitchFamily="34" charset="0"/>
              </a:rPr>
              <a:t>If data in the form of radiation patterns is what you have, either provided by a colleague, a customer, or a supplier, you can import it MATLAB.</a:t>
            </a:r>
          </a:p>
          <a:p>
            <a:r>
              <a:rPr lang="en-US">
                <a:latin typeface="Calibri" panose="020F0502020204030204" pitchFamily="34" charset="0"/>
                <a:ea typeface="Calibri" panose="020F0502020204030204" pitchFamily="34" charset="0"/>
                <a:cs typeface="Calibri" panose="020F0502020204030204" pitchFamily="34" charset="0"/>
              </a:rPr>
              <a:t>Importing data in MATLAB is not rocket science, we have all done it, for example reading CSV files. </a:t>
            </a:r>
          </a:p>
          <a:p>
            <a:r>
              <a:rPr lang="en-US">
                <a:latin typeface="Calibri" panose="020F0502020204030204" pitchFamily="34" charset="0"/>
                <a:ea typeface="Calibri" panose="020F0502020204030204" pitchFamily="34" charset="0"/>
                <a:cs typeface="Calibri" panose="020F0502020204030204" pitchFamily="34" charset="0"/>
              </a:rPr>
              <a:t>What is maybe more interesting is that you can import richer formats such as MSI, planet, FFS, and FFD.</a:t>
            </a:r>
          </a:p>
          <a:p>
            <a:r>
              <a:rPr lang="en-US">
                <a:latin typeface="Calibri" panose="020F0502020204030204" pitchFamily="34" charset="0"/>
                <a:ea typeface="Calibri" panose="020F0502020204030204" pitchFamily="34" charset="0"/>
                <a:cs typeface="Calibri" panose="020F0502020204030204" pitchFamily="34" charset="0"/>
              </a:rPr>
              <a:t>The data is directly used to populate a structure such as the ones shown here, that can be interrogated or visualized without any additional post processing.</a:t>
            </a:r>
          </a:p>
          <a:p>
            <a:endParaRPr lang="LID4096" sz="210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5"/>
          </p:nvPr>
        </p:nvSpPr>
        <p:spPr/>
        <p:txBody>
          <a:bodyPr/>
          <a:lstStyle/>
          <a:p>
            <a:fld id="{AD73B8C3-A209-4A55-9261-22C2A02B3159}" type="slidenum">
              <a:rPr lang="en-US" smtClean="0"/>
              <a:pPr/>
              <a:t>3</a:t>
            </a:fld>
            <a:endParaRPr lang="en-US"/>
          </a:p>
        </p:txBody>
      </p:sp>
    </p:spTree>
    <p:extLst>
      <p:ext uri="{BB962C8B-B14F-4D97-AF65-F5344CB8AC3E}">
        <p14:creationId xmlns:p14="http://schemas.microsoft.com/office/powerpoint/2010/main" val="40944349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imported data can then be used to create the </a:t>
            </a:r>
            <a:r>
              <a:rPr lang="en-US" err="1"/>
              <a:t>measuredAntenna</a:t>
            </a:r>
            <a:r>
              <a:rPr lang="en-US"/>
              <a:t> object.</a:t>
            </a:r>
          </a:p>
          <a:p>
            <a:r>
              <a:rPr lang="en-US"/>
              <a:t>Think of it as container that stores not only the pattern but also the S-parameters of the antenna or array.</a:t>
            </a:r>
          </a:p>
          <a:p>
            <a:r>
              <a:rPr lang="en-US"/>
              <a:t>This means that the measured antenna object can actually contain A LOT of data.</a:t>
            </a:r>
          </a:p>
          <a:p>
            <a:r>
              <a:rPr lang="en-US"/>
              <a:t>&lt;click&gt;</a:t>
            </a:r>
          </a:p>
          <a:p>
            <a:r>
              <a:rPr lang="en-US"/>
              <a:t>For example, for array it can contain the 3D pattern over XYZ locations, at different frequencies, and for each array element.</a:t>
            </a:r>
          </a:p>
          <a:p>
            <a:r>
              <a:rPr lang="en-US"/>
              <a:t>&lt;click&gt;</a:t>
            </a:r>
          </a:p>
          <a:p>
            <a:r>
              <a:rPr lang="en-US"/>
              <a:t>Once your data is stored into the measured antenna object, you can interrogate it as you would do with an antenna object analyzed with EM techniques.</a:t>
            </a:r>
          </a:p>
          <a:p>
            <a:r>
              <a:rPr lang="en-US"/>
              <a:t>This is very helpful, as you can use the same code, and for example apply the function pattern or </a:t>
            </a:r>
            <a:r>
              <a:rPr lang="en-US" err="1"/>
              <a:t>sparameter</a:t>
            </a:r>
            <a:r>
              <a:rPr lang="en-US"/>
              <a:t> either to an antenna designed and analyzed with MoM, or to data that has been imported from measurements.</a:t>
            </a:r>
          </a:p>
          <a:p>
            <a:r>
              <a:rPr lang="en-US"/>
              <a:t>This streamlines the workflow, improves efficiency, facilitates comparisons, making it simple to identify and debug issues.</a:t>
            </a:r>
            <a:endParaRPr lang="LID4096"/>
          </a:p>
        </p:txBody>
      </p:sp>
      <p:sp>
        <p:nvSpPr>
          <p:cNvPr id="4" name="Slide Number Placeholder 3"/>
          <p:cNvSpPr>
            <a:spLocks noGrp="1"/>
          </p:cNvSpPr>
          <p:nvPr>
            <p:ph type="sldNum" sz="quarter" idx="5"/>
          </p:nvPr>
        </p:nvSpPr>
        <p:spPr/>
        <p:txBody>
          <a:bodyPr/>
          <a:lstStyle/>
          <a:p>
            <a:fld id="{AD73B8C3-A209-4A55-9261-22C2A02B3159}" type="slidenum">
              <a:rPr lang="en-US" smtClean="0"/>
              <a:pPr/>
              <a:t>4</a:t>
            </a:fld>
            <a:endParaRPr lang="en-US"/>
          </a:p>
        </p:txBody>
      </p:sp>
    </p:spTree>
    <p:extLst>
      <p:ext uri="{BB962C8B-B14F-4D97-AF65-F5344CB8AC3E}">
        <p14:creationId xmlns:p14="http://schemas.microsoft.com/office/powerpoint/2010/main" val="3538972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E62B3-6022-920E-6A0C-298F6A8519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C154C9-2F8D-297D-0B32-EFD366EF30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648189-AC0B-7DA3-9DB4-4EDD7E9109F1}"/>
              </a:ext>
            </a:extLst>
          </p:cNvPr>
          <p:cNvSpPr>
            <a:spLocks noGrp="1"/>
          </p:cNvSpPr>
          <p:nvPr>
            <p:ph type="body" idx="1"/>
          </p:nvPr>
        </p:nvSpPr>
        <p:spPr/>
        <p:txBody>
          <a:bodyPr/>
          <a:lstStyle/>
          <a:p>
            <a:r>
              <a:rPr lang="en-US"/>
              <a:t>But what if </a:t>
            </a:r>
            <a:r>
              <a:rPr lang="en-US" sz="1200"/>
              <a:t>you have access to partial, limited, antenna data?</a:t>
            </a:r>
          </a:p>
          <a:p>
            <a:r>
              <a:rPr lang="en-US" sz="1200"/>
              <a:t>Do you need to integrate antennas at the system-level?</a:t>
            </a:r>
          </a:p>
          <a:p>
            <a:r>
              <a:rPr lang="en-US" sz="1200"/>
              <a:t>Do you need to speed up antenna measurements?</a:t>
            </a:r>
            <a:endParaRPr lang="LID4096" sz="1200"/>
          </a:p>
          <a:p>
            <a:endParaRPr lang="LID4096"/>
          </a:p>
        </p:txBody>
      </p:sp>
      <p:sp>
        <p:nvSpPr>
          <p:cNvPr id="4" name="Slide Number Placeholder 3">
            <a:extLst>
              <a:ext uri="{FF2B5EF4-FFF2-40B4-BE49-F238E27FC236}">
                <a16:creationId xmlns:a16="http://schemas.microsoft.com/office/drawing/2014/main" id="{E1C77F28-E817-133F-7079-718F05516F93}"/>
              </a:ext>
            </a:extLst>
          </p:cNvPr>
          <p:cNvSpPr>
            <a:spLocks noGrp="1"/>
          </p:cNvSpPr>
          <p:nvPr>
            <p:ph type="sldNum" sz="quarter" idx="5"/>
          </p:nvPr>
        </p:nvSpPr>
        <p:spPr/>
        <p:txBody>
          <a:bodyPr/>
          <a:lstStyle/>
          <a:p>
            <a:fld id="{AD73B8C3-A209-4A55-9261-22C2A02B3159}" type="slidenum">
              <a:rPr lang="en-US" smtClean="0"/>
              <a:pPr/>
              <a:t>5</a:t>
            </a:fld>
            <a:endParaRPr lang="en-US"/>
          </a:p>
        </p:txBody>
      </p:sp>
    </p:spTree>
    <p:extLst>
      <p:ext uri="{BB962C8B-B14F-4D97-AF65-F5344CB8AC3E}">
        <p14:creationId xmlns:p14="http://schemas.microsoft.com/office/powerpoint/2010/main" val="19385652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example, if for whatever reasons you only have a partial pattern, such as the 2 slices shown here, and you want to integrate your antenna into beamforming simulation, can you reconstruct the full 3D pattern?</a:t>
            </a:r>
          </a:p>
          <a:p>
            <a:r>
              <a:rPr lang="en-US"/>
              <a:t>Even just mentally this is a challenging exercise.</a:t>
            </a:r>
            <a:endParaRPr lang="LID4096"/>
          </a:p>
        </p:txBody>
      </p:sp>
      <p:sp>
        <p:nvSpPr>
          <p:cNvPr id="4" name="Slide Number Placeholder 3"/>
          <p:cNvSpPr>
            <a:spLocks noGrp="1"/>
          </p:cNvSpPr>
          <p:nvPr>
            <p:ph type="sldNum" sz="quarter" idx="5"/>
          </p:nvPr>
        </p:nvSpPr>
        <p:spPr/>
        <p:txBody>
          <a:bodyPr/>
          <a:lstStyle/>
          <a:p>
            <a:fld id="{AD73B8C3-A209-4A55-9261-22C2A02B3159}" type="slidenum">
              <a:rPr lang="en-US" smtClean="0"/>
              <a:pPr/>
              <a:t>6</a:t>
            </a:fld>
            <a:endParaRPr lang="en-US"/>
          </a:p>
        </p:txBody>
      </p:sp>
    </p:spTree>
    <p:extLst>
      <p:ext uri="{BB962C8B-B14F-4D97-AF65-F5344CB8AC3E}">
        <p14:creationId xmlns:p14="http://schemas.microsoft.com/office/powerpoint/2010/main" val="20985931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There might be different reasons why you </a:t>
            </a:r>
            <a:r>
              <a:rPr lang="en-US" err="1"/>
              <a:t>oly</a:t>
            </a:r>
            <a:r>
              <a:rPr lang="en-US"/>
              <a:t> have a partial pattern.</a:t>
            </a:r>
          </a:p>
          <a:p>
            <a:r>
              <a:rPr lang="en-US"/>
              <a:t>For example, you only have access to the datasheet of the antenna.</a:t>
            </a:r>
          </a:p>
          <a:p>
            <a:r>
              <a:rPr lang="en-US"/>
              <a:t>Or a limited set of results from EM analysis.</a:t>
            </a:r>
          </a:p>
          <a:p>
            <a:r>
              <a:rPr lang="en-US"/>
              <a:t>Or limited measurements , maybe because your handler has limited mobility, or maybe because you wanted to save some tine.</a:t>
            </a:r>
            <a:endParaRPr lang="LID4096"/>
          </a:p>
        </p:txBody>
      </p:sp>
      <p:sp>
        <p:nvSpPr>
          <p:cNvPr id="4" name="Slide Number Placeholder 3"/>
          <p:cNvSpPr>
            <a:spLocks noGrp="1"/>
          </p:cNvSpPr>
          <p:nvPr>
            <p:ph type="sldNum" sz="quarter" idx="5"/>
          </p:nvPr>
        </p:nvSpPr>
        <p:spPr/>
        <p:txBody>
          <a:bodyPr/>
          <a:lstStyle/>
          <a:p>
            <a:fld id="{AD73B8C3-A209-4A55-9261-22C2A02B3159}" type="slidenum">
              <a:rPr lang="en-US" smtClean="0"/>
              <a:pPr/>
              <a:t>7</a:t>
            </a:fld>
            <a:endParaRPr lang="en-US"/>
          </a:p>
        </p:txBody>
      </p:sp>
    </p:spTree>
    <p:extLst>
      <p:ext uri="{BB962C8B-B14F-4D97-AF65-F5344CB8AC3E}">
        <p14:creationId xmlns:p14="http://schemas.microsoft.com/office/powerpoint/2010/main" val="37672212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939D1-D5BD-E43C-7D2D-D01E7A37B0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8A907B-5851-8E7F-9136-08D34B42B2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3062E0-7E33-DA3B-285C-10BCC48357A4}"/>
              </a:ext>
            </a:extLst>
          </p:cNvPr>
          <p:cNvSpPr>
            <a:spLocks noGrp="1"/>
          </p:cNvSpPr>
          <p:nvPr>
            <p:ph type="body" idx="1"/>
          </p:nvPr>
        </p:nvSpPr>
        <p:spPr/>
        <p:txBody>
          <a:bodyPr/>
          <a:lstStyle/>
          <a:p>
            <a:r>
              <a:rPr lang="en-US"/>
              <a:t>If you only have 2 slices of data, you can rebuilt the 3D pattern either using analytical methods, or using artificial intelligence.</a:t>
            </a:r>
          </a:p>
          <a:p>
            <a:r>
              <a:rPr lang="en-US"/>
              <a:t>MATLAB provides different analytical interpolation techniques. I am not going to talk about it today, because I am going to show you the AI-based solution that actually provides far better results.</a:t>
            </a:r>
            <a:endParaRPr lang="LID4096"/>
          </a:p>
        </p:txBody>
      </p:sp>
      <p:sp>
        <p:nvSpPr>
          <p:cNvPr id="4" name="Slide Number Placeholder 3">
            <a:extLst>
              <a:ext uri="{FF2B5EF4-FFF2-40B4-BE49-F238E27FC236}">
                <a16:creationId xmlns:a16="http://schemas.microsoft.com/office/drawing/2014/main" id="{579297CC-FD2E-A8BD-A280-686998410F22}"/>
              </a:ext>
            </a:extLst>
          </p:cNvPr>
          <p:cNvSpPr>
            <a:spLocks noGrp="1"/>
          </p:cNvSpPr>
          <p:nvPr>
            <p:ph type="sldNum" sz="quarter" idx="5"/>
          </p:nvPr>
        </p:nvSpPr>
        <p:spPr/>
        <p:txBody>
          <a:bodyPr/>
          <a:lstStyle/>
          <a:p>
            <a:fld id="{AD73B8C3-A209-4A55-9261-22C2A02B3159}" type="slidenum">
              <a:rPr lang="en-US" smtClean="0"/>
              <a:pPr/>
              <a:t>8</a:t>
            </a:fld>
            <a:endParaRPr lang="en-US"/>
          </a:p>
        </p:txBody>
      </p:sp>
    </p:spTree>
    <p:extLst>
      <p:ext uri="{BB962C8B-B14F-4D97-AF65-F5344CB8AC3E}">
        <p14:creationId xmlns:p14="http://schemas.microsoft.com/office/powerpoint/2010/main" val="42912303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you think about it, this is a perfect problem where AI can really bring benefit.</a:t>
            </a:r>
          </a:p>
          <a:p>
            <a:r>
              <a:rPr lang="en-US"/>
              <a:t>In a way, it is not very dissimilar from an image reconstruction problem, where AI is already and effectively broadly used.</a:t>
            </a:r>
            <a:endParaRPr lang="en-US">
              <a:ea typeface="Calibri"/>
              <a:cs typeface="Calibri"/>
            </a:endParaRPr>
          </a:p>
          <a:p>
            <a:r>
              <a:rPr lang="en-US"/>
              <a:t>Using AI you can improve over analytical techniques, and you can also reduce the limited set of assumptions that are required for analytical methods.</a:t>
            </a:r>
            <a:endParaRPr lang="en-US">
              <a:ea typeface="Calibri"/>
              <a:cs typeface="Calibri"/>
            </a:endParaRPr>
          </a:p>
          <a:p>
            <a:endParaRPr lang="en-US">
              <a:ea typeface="Calibri"/>
              <a:cs typeface="Calibri"/>
            </a:endParaRPr>
          </a:p>
          <a:p>
            <a:r>
              <a:rPr lang="en-US">
                <a:hlinkClick r:id="rId3"/>
              </a:rPr>
              <a:t>https://www.mathworks.com/help/images/image-quality-metrics.html</a:t>
            </a:r>
            <a:r>
              <a:rPr lang="en-US"/>
              <a:t> </a:t>
            </a:r>
            <a:endParaRPr lang="en-US">
              <a:ea typeface="Calibri"/>
              <a:cs typeface="Calibri"/>
            </a:endParaRPr>
          </a:p>
          <a:p>
            <a:r>
              <a:rPr lang="en-US">
                <a:hlinkClick r:id="rId4"/>
              </a:rPr>
              <a:t>https://www.mathworks.com/help/images/ref/multissim.html</a:t>
            </a:r>
            <a:endParaRPr lang="en-US"/>
          </a:p>
          <a:p>
            <a:endParaRPr lang="en-US"/>
          </a:p>
          <a:p>
            <a:r>
              <a:rPr lang="en-US"/>
              <a:t>So with MATLAB Antenna Toolbox we have generated lots if antenna patterns, actually more than 100,000 for single antennas, arrays, and even , sliced it in 2D, used this synthetic data to train a NN to reconstruct the 3D pattern.</a:t>
            </a:r>
            <a:endParaRPr lang="en-US">
              <a:ea typeface="Calibri"/>
              <a:cs typeface="Calibri"/>
            </a:endParaRPr>
          </a:p>
          <a:p>
            <a:pPr marL="353695" indent="-353695"/>
            <a:r>
              <a:rPr lang="en-US"/>
              <a:t>We trained convolutional neural network with an </a:t>
            </a:r>
            <a:r>
              <a:rPr lang="en-US">
                <a:cs typeface="Calibri"/>
              </a:rPr>
              <a:t>auto-encoder that uses  a custom loss function that determines bottles necks for activations, in other words, a measurement of how good the NN prediction is compared to reality. The custom loss function, and here is the special sauce of AI, uses the absolute error, structural similarity, and perceptual feature-based loss.</a:t>
            </a:r>
            <a:endParaRPr lang="en-US">
              <a:ea typeface="Calibri"/>
              <a:cs typeface="Calibri"/>
            </a:endParaRPr>
          </a:p>
          <a:p>
            <a:pPr marL="353695" indent="-353695"/>
            <a:r>
              <a:rPr lang="en-US">
                <a:cs typeface="Arial"/>
              </a:rPr>
              <a:t>Perceptual loss captures antenna specific features. Comparing activations at the </a:t>
            </a:r>
            <a:r>
              <a:rPr lang="en-US" b="1">
                <a:cs typeface="Arial"/>
              </a:rPr>
              <a:t>bottleneck</a:t>
            </a:r>
            <a:r>
              <a:rPr lang="en-US">
                <a:cs typeface="Arial"/>
              </a:rPr>
              <a:t> will guide us toward a more perceptually similar generated pattern.</a:t>
            </a:r>
            <a:endParaRPr lang="en-US">
              <a:ea typeface="Calibri"/>
              <a:cs typeface="Arial"/>
            </a:endParaRPr>
          </a:p>
          <a:p>
            <a:endParaRPr lang="LID4096"/>
          </a:p>
        </p:txBody>
      </p:sp>
      <p:sp>
        <p:nvSpPr>
          <p:cNvPr id="4" name="Slide Number Placeholder 3"/>
          <p:cNvSpPr>
            <a:spLocks noGrp="1"/>
          </p:cNvSpPr>
          <p:nvPr>
            <p:ph type="sldNum" sz="quarter" idx="5"/>
          </p:nvPr>
        </p:nvSpPr>
        <p:spPr/>
        <p:txBody>
          <a:bodyPr/>
          <a:lstStyle/>
          <a:p>
            <a:fld id="{AD73B8C3-A209-4A55-9261-22C2A02B3159}" type="slidenum">
              <a:rPr lang="en-US" smtClean="0"/>
              <a:pPr/>
              <a:t>9</a:t>
            </a:fld>
            <a:endParaRPr lang="en-US"/>
          </a:p>
        </p:txBody>
      </p:sp>
    </p:spTree>
    <p:extLst>
      <p:ext uri="{BB962C8B-B14F-4D97-AF65-F5344CB8AC3E}">
        <p14:creationId xmlns:p14="http://schemas.microsoft.com/office/powerpoint/2010/main" val="8588005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Talk about generator, add block diagram</a:t>
            </a:r>
          </a:p>
        </p:txBody>
      </p:sp>
      <p:sp>
        <p:nvSpPr>
          <p:cNvPr id="4" name="Slide Number Placeholder 3"/>
          <p:cNvSpPr>
            <a:spLocks noGrp="1"/>
          </p:cNvSpPr>
          <p:nvPr>
            <p:ph type="sldNum" sz="quarter" idx="5"/>
          </p:nvPr>
        </p:nvSpPr>
        <p:spPr/>
        <p:txBody>
          <a:bodyPr/>
          <a:lstStyle/>
          <a:p>
            <a:fld id="{AD73B8C3-A209-4A55-9261-22C2A02B3159}" type="slidenum">
              <a:rPr lang="en-US" smtClean="0"/>
              <a:pPr/>
              <a:t>10</a:t>
            </a:fld>
            <a:endParaRPr lang="en-US"/>
          </a:p>
        </p:txBody>
      </p:sp>
    </p:spTree>
    <p:extLst>
      <p:ext uri="{BB962C8B-B14F-4D97-AF65-F5344CB8AC3E}">
        <p14:creationId xmlns:p14="http://schemas.microsoft.com/office/powerpoint/2010/main" val="28163328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you see a snapshot of an example.</a:t>
            </a:r>
          </a:p>
          <a:p>
            <a:r>
              <a:rPr lang="en-US"/>
              <a:t>On the left, the 2 orthogonal slices of a non-obvious antenna pattern, and a pattern that was not used to train the network.</a:t>
            </a:r>
          </a:p>
          <a:p>
            <a:r>
              <a:rPr lang="en-US"/>
              <a:t>On the middle, the 3 D pattern: on the bottom the original results, on top the reconstructed results.</a:t>
            </a:r>
          </a:p>
          <a:p>
            <a:r>
              <a:rPr lang="en-US"/>
              <a:t>And on the right hand side the difference between the two.</a:t>
            </a:r>
          </a:p>
          <a:p>
            <a:r>
              <a:rPr lang="en-US"/>
              <a:t>As you can see the quality of the reconstruction is excellent, nit only from a numerical perspective but also from a perception, feature based point of view.</a:t>
            </a:r>
            <a:endParaRPr lang="LID4096"/>
          </a:p>
        </p:txBody>
      </p:sp>
      <p:sp>
        <p:nvSpPr>
          <p:cNvPr id="4" name="Slide Number Placeholder 3"/>
          <p:cNvSpPr>
            <a:spLocks noGrp="1"/>
          </p:cNvSpPr>
          <p:nvPr>
            <p:ph type="sldNum" sz="quarter" idx="5"/>
          </p:nvPr>
        </p:nvSpPr>
        <p:spPr/>
        <p:txBody>
          <a:bodyPr/>
          <a:lstStyle/>
          <a:p>
            <a:fld id="{AD73B8C3-A209-4A55-9261-22C2A02B3159}" type="slidenum">
              <a:rPr lang="en-US" smtClean="0"/>
              <a:pPr/>
              <a:t>12</a:t>
            </a:fld>
            <a:endParaRPr lang="en-US"/>
          </a:p>
        </p:txBody>
      </p:sp>
    </p:spTree>
    <p:extLst>
      <p:ext uri="{BB962C8B-B14F-4D97-AF65-F5344CB8AC3E}">
        <p14:creationId xmlns:p14="http://schemas.microsoft.com/office/powerpoint/2010/main" val="2506435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033B7-AFD5-B0B8-4EDC-C1125F8094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60C47B-6921-1582-98C4-58384B11C8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0E9D4E-14F4-F599-B1CA-E312E6BF22C5}"/>
              </a:ext>
            </a:extLst>
          </p:cNvPr>
          <p:cNvSpPr>
            <a:spLocks noGrp="1"/>
          </p:cNvSpPr>
          <p:nvPr>
            <p:ph type="body" idx="1"/>
          </p:nvPr>
        </p:nvSpPr>
        <p:spPr/>
        <p:txBody>
          <a:bodyPr/>
          <a:lstStyle/>
          <a:p>
            <a:r>
              <a:rPr lang="en-US"/>
              <a:t>And here you see another validation example, this one based on actual measurements. </a:t>
            </a:r>
          </a:p>
          <a:p>
            <a:r>
              <a:rPr lang="en-US"/>
              <a:t>This result comes from a very engaging collaboration with R&amp;S, and I’d like to acknowledge and thank especially Adam Tankielun.</a:t>
            </a:r>
          </a:p>
          <a:p>
            <a:r>
              <a:rPr lang="en-US"/>
              <a:t>In the plots here you see the comparison between measurements and AI reconstructed pattern for an extremely wideband EMI antenna recently launched by R&amp;S. As you can see the prediction is excellent. You see the maximum difference at the poles of the pattern where the scale is really compressed and data is noisy.</a:t>
            </a:r>
          </a:p>
          <a:p>
            <a:endParaRPr lang="en-US"/>
          </a:p>
          <a:p>
            <a:r>
              <a:rPr lang="en-US"/>
              <a:t>You can try </a:t>
            </a:r>
            <a:r>
              <a:rPr lang="en-US" err="1"/>
              <a:t>patternFromAi</a:t>
            </a:r>
            <a:r>
              <a:rPr lang="en-US"/>
              <a:t> in Antenna Toolbox today, it is a relatively small CNN model, that provides exceptionally high-quality results extremely rapidly.</a:t>
            </a:r>
            <a:endParaRPr lang="LID4096"/>
          </a:p>
        </p:txBody>
      </p:sp>
      <p:sp>
        <p:nvSpPr>
          <p:cNvPr id="4" name="Slide Number Placeholder 3">
            <a:extLst>
              <a:ext uri="{FF2B5EF4-FFF2-40B4-BE49-F238E27FC236}">
                <a16:creationId xmlns:a16="http://schemas.microsoft.com/office/drawing/2014/main" id="{F6691BD6-CAF6-6DB7-E9C7-BF9DB52148D8}"/>
              </a:ext>
            </a:extLst>
          </p:cNvPr>
          <p:cNvSpPr>
            <a:spLocks noGrp="1"/>
          </p:cNvSpPr>
          <p:nvPr>
            <p:ph type="sldNum" sz="quarter" idx="5"/>
          </p:nvPr>
        </p:nvSpPr>
        <p:spPr/>
        <p:txBody>
          <a:bodyPr/>
          <a:lstStyle/>
          <a:p>
            <a:fld id="{AD73B8C3-A209-4A55-9261-22C2A02B3159}" type="slidenum">
              <a:rPr lang="en-US" smtClean="0"/>
              <a:pPr/>
              <a:t>13</a:t>
            </a:fld>
            <a:endParaRPr lang="en-US"/>
          </a:p>
        </p:txBody>
      </p:sp>
    </p:spTree>
    <p:extLst>
      <p:ext uri="{BB962C8B-B14F-4D97-AF65-F5344CB8AC3E}">
        <p14:creationId xmlns:p14="http://schemas.microsoft.com/office/powerpoint/2010/main" val="39255223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Formats,  coordinate systems, normalizations</a:t>
            </a:r>
          </a:p>
        </p:txBody>
      </p:sp>
      <p:sp>
        <p:nvSpPr>
          <p:cNvPr id="4" name="Slide Number Placeholder 3"/>
          <p:cNvSpPr>
            <a:spLocks noGrp="1"/>
          </p:cNvSpPr>
          <p:nvPr>
            <p:ph type="sldNum" sz="quarter" idx="5"/>
          </p:nvPr>
        </p:nvSpPr>
        <p:spPr/>
        <p:txBody>
          <a:bodyPr/>
          <a:lstStyle/>
          <a:p>
            <a:fld id="{AD73B8C3-A209-4A55-9261-22C2A02B3159}" type="slidenum">
              <a:rPr lang="en-US" smtClean="0"/>
              <a:pPr/>
              <a:t>16</a:t>
            </a:fld>
            <a:endParaRPr lang="en-US"/>
          </a:p>
        </p:txBody>
      </p:sp>
    </p:spTree>
    <p:extLst>
      <p:ext uri="{BB962C8B-B14F-4D97-AF65-F5344CB8AC3E}">
        <p14:creationId xmlns:p14="http://schemas.microsoft.com/office/powerpoint/2010/main" val="35850453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Background" descr="bluemesh.jpg"/>
          <p:cNvPicPr>
            <a:picLocks noChangeAspect="1"/>
          </p:cNvPicPr>
          <p:nvPr userDrawn="1"/>
        </p:nvPicPr>
        <p:blipFill>
          <a:blip r:embed="rId2" cstate="print"/>
          <a:stretch>
            <a:fillRect/>
          </a:stretch>
        </p:blipFill>
        <p:spPr>
          <a:xfrm>
            <a:off x="-4067" y="1287"/>
            <a:ext cx="12209092" cy="6856713"/>
          </a:xfrm>
          <a:prstGeom prst="rect">
            <a:avLst/>
          </a:prstGeom>
        </p:spPr>
      </p:pic>
      <p:sp>
        <p:nvSpPr>
          <p:cNvPr id="21" name="Title"/>
          <p:cNvSpPr>
            <a:spLocks noGrp="1"/>
          </p:cNvSpPr>
          <p:nvPr>
            <p:ph type="ctrTitle"/>
          </p:nvPr>
        </p:nvSpPr>
        <p:spPr>
          <a:xfrm>
            <a:off x="914400" y="914400"/>
            <a:ext cx="10363200" cy="1828800"/>
          </a:xfrm>
        </p:spPr>
        <p:txBody>
          <a:bodyPr/>
          <a:lstStyle>
            <a:lvl1pPr algn="l">
              <a:defRPr sz="3200">
                <a:solidFill>
                  <a:schemeClr val="tx2"/>
                </a:solidFill>
              </a:defRPr>
            </a:lvl1pPr>
          </a:lstStyle>
          <a:p>
            <a:r>
              <a:rPr lang="en-US"/>
              <a:t>Click to edit Master title style</a:t>
            </a:r>
          </a:p>
        </p:txBody>
      </p:sp>
      <p:sp>
        <p:nvSpPr>
          <p:cNvPr id="22" name="Subtitle"/>
          <p:cNvSpPr>
            <a:spLocks noGrp="1"/>
          </p:cNvSpPr>
          <p:nvPr>
            <p:ph type="subTitle" idx="1"/>
          </p:nvPr>
        </p:nvSpPr>
        <p:spPr>
          <a:xfrm>
            <a:off x="914400" y="3203579"/>
            <a:ext cx="10363200" cy="987425"/>
          </a:xfrm>
        </p:spPr>
        <p:txBody>
          <a:bodyPr>
            <a:normAutofit/>
          </a:bodyPr>
          <a:lstStyle>
            <a:lvl1pPr marL="0" indent="0" algn="l">
              <a:buNone/>
              <a:defRPr sz="1604" b="0">
                <a:solidFill>
                  <a:schemeClr val="tx1"/>
                </a:solidFill>
              </a:defRPr>
            </a:lvl1pPr>
            <a:lvl2pPr marL="458340" indent="0" algn="ctr">
              <a:buNone/>
              <a:defRPr>
                <a:solidFill>
                  <a:schemeClr val="tx1">
                    <a:tint val="75000"/>
                  </a:schemeClr>
                </a:solidFill>
              </a:defRPr>
            </a:lvl2pPr>
            <a:lvl3pPr marL="916680" indent="0" algn="ctr">
              <a:buNone/>
              <a:defRPr>
                <a:solidFill>
                  <a:schemeClr val="tx1">
                    <a:tint val="75000"/>
                  </a:schemeClr>
                </a:solidFill>
              </a:defRPr>
            </a:lvl3pPr>
            <a:lvl4pPr marL="1375020" indent="0" algn="ctr">
              <a:buNone/>
              <a:defRPr>
                <a:solidFill>
                  <a:schemeClr val="tx1">
                    <a:tint val="75000"/>
                  </a:schemeClr>
                </a:solidFill>
              </a:defRPr>
            </a:lvl4pPr>
            <a:lvl5pPr marL="1833361" indent="0" algn="ctr">
              <a:buNone/>
              <a:defRPr>
                <a:solidFill>
                  <a:schemeClr val="tx1">
                    <a:tint val="75000"/>
                  </a:schemeClr>
                </a:solidFill>
              </a:defRPr>
            </a:lvl5pPr>
            <a:lvl6pPr marL="2291701" indent="0" algn="ctr">
              <a:buNone/>
              <a:defRPr>
                <a:solidFill>
                  <a:schemeClr val="tx1">
                    <a:tint val="75000"/>
                  </a:schemeClr>
                </a:solidFill>
              </a:defRPr>
            </a:lvl6pPr>
            <a:lvl7pPr marL="2750041" indent="0" algn="ctr">
              <a:buNone/>
              <a:defRPr>
                <a:solidFill>
                  <a:schemeClr val="tx1">
                    <a:tint val="75000"/>
                  </a:schemeClr>
                </a:solidFill>
              </a:defRPr>
            </a:lvl7pPr>
            <a:lvl8pPr marL="3208381" indent="0" algn="ctr">
              <a:buNone/>
              <a:defRPr>
                <a:solidFill>
                  <a:schemeClr val="tx1">
                    <a:tint val="75000"/>
                  </a:schemeClr>
                </a:solidFill>
              </a:defRPr>
            </a:lvl8pPr>
            <a:lvl9pPr marL="3666721" indent="0" algn="ctr">
              <a:buNone/>
              <a:defRPr>
                <a:solidFill>
                  <a:schemeClr val="tx1">
                    <a:tint val="75000"/>
                  </a:schemeClr>
                </a:solidFill>
              </a:defRPr>
            </a:lvl9pPr>
          </a:lstStyle>
          <a:p>
            <a:r>
              <a:rPr lang="en-US"/>
              <a:t>Click to edit Master subtitle style</a:t>
            </a:r>
          </a:p>
        </p:txBody>
      </p:sp>
      <p:sp>
        <p:nvSpPr>
          <p:cNvPr id="23" name="Copyright"/>
          <p:cNvSpPr txBox="1"/>
          <p:nvPr userDrawn="1"/>
        </p:nvSpPr>
        <p:spPr>
          <a:xfrm>
            <a:off x="10227052" y="6527632"/>
            <a:ext cx="2438400" cy="246221"/>
          </a:xfrm>
          <a:prstGeom prst="rect">
            <a:avLst/>
          </a:prstGeom>
          <a:noFill/>
        </p:spPr>
        <p:txBody>
          <a:bodyPr wrap="square" rtlCol="0">
            <a:spAutoFit/>
          </a:bodyPr>
          <a:lstStyle/>
          <a:p>
            <a:r>
              <a:rPr lang="en-US" sz="1003">
                <a:solidFill>
                  <a:schemeClr val="bg1"/>
                </a:solidFill>
                <a:latin typeface="Arial" pitchFamily="34" charset="0"/>
                <a:cs typeface="Arial" pitchFamily="34" charset="0"/>
              </a:rPr>
              <a:t>© </a:t>
            </a:r>
            <a:fld id="{43FEC7B2-4A3C-43EA-A52A-F8DED3FD6DAC}" type="datetimeyyyy">
              <a:rPr lang="en-US" sz="1003" smtClean="0">
                <a:solidFill>
                  <a:schemeClr val="bg1"/>
                </a:solidFill>
                <a:latin typeface="Arial" pitchFamily="34" charset="0"/>
                <a:cs typeface="Arial" pitchFamily="34" charset="0"/>
              </a:rPr>
              <a:t>2026</a:t>
            </a:fld>
            <a:r>
              <a:rPr lang="en-US" sz="1003">
                <a:solidFill>
                  <a:schemeClr val="bg1"/>
                </a:solidFill>
                <a:latin typeface="Arial" pitchFamily="34" charset="0"/>
                <a:cs typeface="Arial" pitchFamily="34" charset="0"/>
              </a:rPr>
              <a:t> The MathWorks, Inc.</a:t>
            </a:r>
          </a:p>
        </p:txBody>
      </p:sp>
      <p:cxnSp>
        <p:nvCxnSpPr>
          <p:cNvPr id="26" name="GrayLine"/>
          <p:cNvCxnSpPr/>
          <p:nvPr userDrawn="1"/>
        </p:nvCxnSpPr>
        <p:spPr>
          <a:xfrm>
            <a:off x="-4067" y="4376652"/>
            <a:ext cx="12209092" cy="0"/>
          </a:xfrm>
          <a:prstGeom prst="line">
            <a:avLst/>
          </a:prstGeom>
          <a:ln w="57150">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9" name="Logo" descr="09_MW_logo_CMYK_REV.png"/>
          <p:cNvPicPr>
            <a:picLocks noChangeAspect="1"/>
          </p:cNvPicPr>
          <p:nvPr userDrawn="1"/>
        </p:nvPicPr>
        <p:blipFill>
          <a:blip r:embed="rId3" cstate="print"/>
          <a:stretch>
            <a:fillRect/>
          </a:stretch>
        </p:blipFill>
        <p:spPr>
          <a:xfrm>
            <a:off x="10330730" y="141139"/>
            <a:ext cx="1620665" cy="32059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sz="2800" baseline="0">
                <a:solidFill>
                  <a:schemeClr val="tx2"/>
                </a:solidFill>
              </a:defRPr>
            </a:lvl1pPr>
          </a:lstStyle>
          <a:p>
            <a:r>
              <a:rPr lang="en-US"/>
              <a:t>Click to edit Master title style</a:t>
            </a:r>
          </a:p>
        </p:txBody>
      </p:sp>
      <p:sp>
        <p:nvSpPr>
          <p:cNvPr id="3" name="Content"/>
          <p:cNvSpPr>
            <a:spLocks noGrp="1"/>
          </p:cNvSpPr>
          <p:nvPr>
            <p:ph idx="1"/>
          </p:nvPr>
        </p:nvSpPr>
        <p:spPr>
          <a:xfrm>
            <a:off x="609602" y="1600200"/>
            <a:ext cx="10769600" cy="4648200"/>
          </a:xfrm>
        </p:spPr>
        <p:txBody>
          <a:bodyPr/>
          <a:lstStyle>
            <a:lvl1pPr>
              <a:buSzPct val="75000"/>
              <a:defRPr sz="2400"/>
            </a:lvl1pPr>
            <a:lvl2pPr>
              <a:lnSpc>
                <a:spcPct val="105000"/>
              </a:lnSpc>
              <a:defRPr sz="2000"/>
            </a:lvl2pPr>
            <a:lvl3pPr>
              <a:lnSpc>
                <a:spcPct val="105000"/>
              </a:lnSpc>
              <a:buSzPct val="75000"/>
              <a:defRPr sz="1604"/>
            </a:lvl3pPr>
            <a:lvl4pPr>
              <a:lnSpc>
                <a:spcPct val="105000"/>
              </a:lnSpc>
              <a:defRPr/>
            </a:lvl4pPr>
            <a:lvl5pPr>
              <a:lnSpc>
                <a:spcPct val="105000"/>
              </a:lnSpc>
              <a:defRPr/>
            </a:lvl5p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p>
            <a:r>
              <a:rPr lang="en-US"/>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eature">
    <p:spTree>
      <p:nvGrpSpPr>
        <p:cNvPr id="1" name=""/>
        <p:cNvGrpSpPr/>
        <p:nvPr/>
      </p:nvGrpSpPr>
      <p:grpSpPr>
        <a:xfrm>
          <a:off x="0" y="0"/>
          <a:ext cx="0" cy="0"/>
          <a:chOff x="0" y="0"/>
          <a:chExt cx="0" cy="0"/>
        </a:xfrm>
      </p:grpSpPr>
      <p:sp>
        <p:nvSpPr>
          <p:cNvPr id="10" name="Title"/>
          <p:cNvSpPr>
            <a:spLocks noGrp="1"/>
          </p:cNvSpPr>
          <p:nvPr>
            <p:ph type="title"/>
          </p:nvPr>
        </p:nvSpPr>
        <p:spPr>
          <a:xfrm>
            <a:off x="609600" y="457200"/>
            <a:ext cx="9448800" cy="990600"/>
          </a:xfrm>
        </p:spPr>
        <p:txBody>
          <a:bodyPr anchor="t" anchorCtr="0"/>
          <a:lstStyle>
            <a:lvl1pPr algn="l">
              <a:defRPr sz="2800" b="0" i="0">
                <a:solidFill>
                  <a:schemeClr val="tx2"/>
                </a:solidFill>
              </a:defRPr>
            </a:lvl1pPr>
          </a:lstStyle>
          <a:p>
            <a:r>
              <a:rPr lang="en-US"/>
              <a:t>Click to edit Master title style</a:t>
            </a:r>
          </a:p>
        </p:txBody>
      </p:sp>
      <p:sp>
        <p:nvSpPr>
          <p:cNvPr id="11" name="Content"/>
          <p:cNvSpPr>
            <a:spLocks noGrp="1"/>
          </p:cNvSpPr>
          <p:nvPr>
            <p:ph sz="half" idx="10" hasCustomPrompt="1"/>
          </p:nvPr>
        </p:nvSpPr>
        <p:spPr>
          <a:xfrm>
            <a:off x="609601" y="2819400"/>
            <a:ext cx="5080001" cy="3200400"/>
          </a:xfrm>
        </p:spPr>
        <p:txBody>
          <a:bodyPr/>
          <a:lstStyle>
            <a:lvl1pPr>
              <a:buClr>
                <a:srgbClr val="125687"/>
              </a:buClr>
              <a:buSzTx/>
              <a:defRPr sz="1800" baseline="0"/>
            </a:lvl1pPr>
            <a:lvl2pPr>
              <a:defRPr sz="1604"/>
            </a:lvl2pPr>
            <a:lvl3pPr>
              <a:buNone/>
              <a:defRPr sz="1604"/>
            </a:lvl3pPr>
            <a:lvl4pPr>
              <a:defRPr sz="1805"/>
            </a:lvl4pPr>
            <a:lvl5pPr>
              <a:defRPr sz="1805"/>
            </a:lvl5pPr>
            <a:lvl6pPr>
              <a:defRPr sz="1805"/>
            </a:lvl6pPr>
            <a:lvl7pPr>
              <a:defRPr sz="1805"/>
            </a:lvl7pPr>
            <a:lvl8pPr>
              <a:defRPr sz="1805"/>
            </a:lvl8pPr>
            <a:lvl9pPr>
              <a:defRPr sz="1805"/>
            </a:lvl9pPr>
          </a:lstStyle>
          <a:p>
            <a:pPr lvl="0">
              <a:buClr>
                <a:srgbClr val="125687"/>
              </a:buClr>
              <a:buSzTx/>
            </a:pPr>
            <a:r>
              <a:rPr lang="en-US"/>
              <a:t>Click to add b</a:t>
            </a:r>
            <a:r>
              <a:rPr lang="en-US" sz="1805">
                <a:solidFill>
                  <a:prstClr val="black"/>
                </a:solidFill>
              </a:rPr>
              <a:t>rief summary and benefits of feature (ideally three bullets)</a:t>
            </a:r>
          </a:p>
          <a:p>
            <a:pPr lvl="1"/>
            <a:r>
              <a:rPr lang="en-US"/>
              <a:t>Second level</a:t>
            </a:r>
          </a:p>
        </p:txBody>
      </p:sp>
      <p:sp>
        <p:nvSpPr>
          <p:cNvPr id="13" name="Headline"/>
          <p:cNvSpPr>
            <a:spLocks noGrp="1"/>
          </p:cNvSpPr>
          <p:nvPr>
            <p:ph type="body" sz="quarter" idx="11" hasCustomPrompt="1"/>
          </p:nvPr>
        </p:nvSpPr>
        <p:spPr>
          <a:xfrm>
            <a:off x="609601" y="1600200"/>
            <a:ext cx="5080001" cy="838200"/>
          </a:xfrm>
        </p:spPr>
        <p:txBody>
          <a:bodyPr anchor="t"/>
          <a:lstStyle>
            <a:lvl1pPr marL="0" indent="0" algn="l">
              <a:buNone/>
              <a:defRPr sz="2000" b="0" i="0" baseline="0"/>
            </a:lvl1pPr>
          </a:lstStyle>
          <a:p>
            <a:pPr lvl="0"/>
            <a:r>
              <a:rPr lang="en-US"/>
              <a:t>Click to add headline</a:t>
            </a:r>
            <a:r>
              <a:rPr lang="en-US" sz="2005" b="1">
                <a:solidFill>
                  <a:prstClr val="black"/>
                </a:solidFill>
              </a:rPr>
              <a:t> providing value of feature</a:t>
            </a:r>
            <a:endParaRPr lang="en-US"/>
          </a:p>
        </p:txBody>
      </p:sp>
      <p:sp>
        <p:nvSpPr>
          <p:cNvPr id="14" name="ProductName"/>
          <p:cNvSpPr>
            <a:spLocks noGrp="1"/>
          </p:cNvSpPr>
          <p:nvPr>
            <p:ph type="body" sz="half" idx="12" hasCustomPrompt="1"/>
          </p:nvPr>
        </p:nvSpPr>
        <p:spPr>
          <a:xfrm>
            <a:off x="609602" y="6172200"/>
            <a:ext cx="5473700" cy="533400"/>
          </a:xfrm>
        </p:spPr>
        <p:txBody>
          <a:bodyPr anchor="b" anchorCtr="0"/>
          <a:lstStyle>
            <a:lvl1pPr marL="230761" indent="-229170">
              <a:buClrTx/>
              <a:buSzPct val="125000"/>
              <a:buFont typeface="Courier New" pitchFamily="49" charset="0"/>
              <a:buChar char="»"/>
              <a:defRPr sz="1604" b="0">
                <a:latin typeface="Courier New" pitchFamily="49" charset="0"/>
                <a:cs typeface="Courier New" pitchFamily="49" charset="0"/>
              </a:defRPr>
            </a:lvl1pPr>
          </a:lstStyle>
          <a:p>
            <a:pPr lvl="0"/>
            <a:r>
              <a:rPr lang="en-US"/>
              <a:t>Click to add </a:t>
            </a:r>
            <a:r>
              <a:rPr lang="en-US" sz="1604" err="1">
                <a:latin typeface="Courier New" pitchFamily="49" charset="0"/>
                <a:cs typeface="Courier New" pitchFamily="49" charset="0"/>
              </a:rPr>
              <a:t>product_example_name</a:t>
            </a:r>
            <a:r>
              <a:rPr lang="en-US" sz="1604">
                <a:latin typeface="Courier New" pitchFamily="49" charset="0"/>
                <a:cs typeface="Courier New" pitchFamily="49" charset="0"/>
              </a:rPr>
              <a:t>.</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963084" y="1914529"/>
            <a:ext cx="10363200" cy="1362075"/>
          </a:xfrm>
        </p:spPr>
        <p:txBody>
          <a:bodyPr anchor="t"/>
          <a:lstStyle>
            <a:lvl1pPr algn="ctr">
              <a:defRPr sz="3200" b="0" cap="none">
                <a:solidFill>
                  <a:schemeClr val="tx2"/>
                </a:solidFill>
              </a:defRPr>
            </a:lvl1pPr>
          </a:lstStyle>
          <a:p>
            <a:r>
              <a:rPr lang="en-US"/>
              <a:t>Click to edit Section Header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a:solidFill>
                  <a:schemeClr val="tx2"/>
                </a:solidFill>
              </a:defRPr>
            </a:lvl1pPr>
          </a:lstStyle>
          <a:p>
            <a:r>
              <a:rPr lang="en-US"/>
              <a:t>Click to edit Master title style</a:t>
            </a:r>
          </a:p>
        </p:txBody>
      </p:sp>
      <p:sp>
        <p:nvSpPr>
          <p:cNvPr id="3" name="LeftContent"/>
          <p:cNvSpPr>
            <a:spLocks noGrp="1"/>
          </p:cNvSpPr>
          <p:nvPr>
            <p:ph sz="half" idx="1"/>
          </p:nvPr>
        </p:nvSpPr>
        <p:spPr>
          <a:xfrm>
            <a:off x="609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
        <p:nvSpPr>
          <p:cNvPr id="4" name="RightContent"/>
          <p:cNvSpPr>
            <a:spLocks noGrp="1"/>
          </p:cNvSpPr>
          <p:nvPr>
            <p:ph sz="half" idx="2"/>
          </p:nvPr>
        </p:nvSpPr>
        <p:spPr>
          <a:xfrm>
            <a:off x="6197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Content"/>
          <p:cNvSpPr txBox="1">
            <a:spLocks noChangeArrowheads="1"/>
          </p:cNvSpPr>
          <p:nvPr userDrawn="1"/>
        </p:nvSpPr>
        <p:spPr bwMode="auto">
          <a:xfrm>
            <a:off x="607484" y="1600200"/>
            <a:ext cx="10765536" cy="4648200"/>
          </a:xfrm>
          <a:prstGeom prst="rect">
            <a:avLst/>
          </a:prstGeom>
          <a:noFill/>
          <a:ln w="9525">
            <a:noFill/>
            <a:miter lim="800000"/>
            <a:headEnd/>
            <a:tailEnd/>
          </a:ln>
          <a:effectLst/>
        </p:spPr>
        <p:txBody>
          <a:bodyPr wrap="none"/>
          <a:lstStyle/>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Edit</a:t>
            </a:r>
            <a:r>
              <a:rPr lang="en-US" sz="2400" baseline="0">
                <a:latin typeface="Arial" pitchFamily="34" charset="0"/>
                <a:cs typeface="Arial" pitchFamily="34" charset="0"/>
              </a:rPr>
              <a:t> in Slide Master view to e</a:t>
            </a:r>
            <a:r>
              <a:rPr lang="en-US" sz="2400">
                <a:latin typeface="Arial" pitchFamily="34" charset="0"/>
                <a:cs typeface="Arial" pitchFamily="34" charset="0"/>
              </a:rPr>
              <a:t>nter agenda items</a:t>
            </a:r>
          </a:p>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Bullet 2</a:t>
            </a:r>
          </a:p>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Bullet</a:t>
            </a:r>
            <a:r>
              <a:rPr lang="en-US" sz="2400" baseline="0">
                <a:latin typeface="Arial" pitchFamily="34" charset="0"/>
                <a:cs typeface="Arial" pitchFamily="34" charset="0"/>
              </a:rPr>
              <a:t> 3</a:t>
            </a:r>
          </a:p>
          <a:p>
            <a:pPr marL="342164" lvl="0" indent="-342164">
              <a:buClr>
                <a:schemeClr val="tx2"/>
              </a:buClr>
              <a:buSzPct val="75000"/>
              <a:buFont typeface="Wingdings" pitchFamily="2" charset="2"/>
              <a:buChar char="§"/>
              <a:tabLst>
                <a:tab pos="458340" algn="l"/>
              </a:tabLst>
            </a:pPr>
            <a:r>
              <a:rPr lang="en-US" sz="2400" baseline="0">
                <a:latin typeface="Arial" pitchFamily="34" charset="0"/>
                <a:cs typeface="Arial" pitchFamily="34" charset="0"/>
              </a:rPr>
              <a:t>Bullet 4</a:t>
            </a:r>
          </a:p>
          <a:p>
            <a:pPr marL="342164" lvl="0" indent="-342164">
              <a:buClr>
                <a:schemeClr val="tx2"/>
              </a:buClr>
              <a:buSzPct val="75000"/>
              <a:buFont typeface="Wingdings" pitchFamily="2" charset="2"/>
              <a:buChar char="§"/>
              <a:tabLst>
                <a:tab pos="458340" algn="l"/>
              </a:tabLst>
            </a:pPr>
            <a:endParaRPr lang="en-US" sz="2400">
              <a:latin typeface="Arial" pitchFamily="34" charset="0"/>
              <a:cs typeface="Arial" pitchFamily="34" charset="0"/>
            </a:endParaRPr>
          </a:p>
        </p:txBody>
      </p:sp>
      <p:sp>
        <p:nvSpPr>
          <p:cNvPr id="5" name="Title"/>
          <p:cNvSpPr txBox="1">
            <a:spLocks noChangeArrowheads="1"/>
          </p:cNvSpPr>
          <p:nvPr userDrawn="1"/>
        </p:nvSpPr>
        <p:spPr bwMode="auto">
          <a:xfrm>
            <a:off x="607484" y="464695"/>
            <a:ext cx="10765536" cy="1143000"/>
          </a:xfrm>
          <a:prstGeom prst="rect">
            <a:avLst/>
          </a:prstGeom>
          <a:noFill/>
          <a:ln w="9525">
            <a:noFill/>
            <a:miter lim="800000"/>
            <a:headEnd/>
            <a:tailEnd/>
          </a:ln>
          <a:effectLst/>
        </p:spPr>
        <p:txBody>
          <a:bodyPr wrap="none"/>
          <a:lstStyle/>
          <a:p>
            <a:pPr marL="0" marR="0" indent="0" algn="l" defTabSz="916680" rtl="0" eaLnBrk="1" fontAlgn="auto" latinLnBrk="0" hangingPunct="1">
              <a:lnSpc>
                <a:spcPct val="100000"/>
              </a:lnSpc>
              <a:spcBef>
                <a:spcPts val="0"/>
              </a:spcBef>
              <a:spcAft>
                <a:spcPts val="0"/>
              </a:spcAft>
              <a:buClrTx/>
              <a:buSzTx/>
              <a:buFontTx/>
              <a:buNone/>
              <a:tabLst/>
              <a:defRPr/>
            </a:pPr>
            <a:r>
              <a:rPr lang="en-US" sz="2800" b="0">
                <a:solidFill>
                  <a:schemeClr val="tx2"/>
                </a:solidFill>
                <a:latin typeface="Arial" pitchFamily="34" charset="0"/>
                <a:cs typeface="Arial" pitchFamily="34" charset="0"/>
              </a:rPr>
              <a:t>Edit in Slide</a:t>
            </a:r>
            <a:r>
              <a:rPr lang="en-US" sz="2800" b="0" baseline="0">
                <a:solidFill>
                  <a:schemeClr val="tx2"/>
                </a:solidFill>
                <a:latin typeface="Arial" pitchFamily="34" charset="0"/>
                <a:cs typeface="Arial" pitchFamily="34" charset="0"/>
              </a:rPr>
              <a:t> Master view to e</a:t>
            </a:r>
            <a:r>
              <a:rPr lang="en-US" sz="2800" b="0">
                <a:solidFill>
                  <a:schemeClr val="tx2"/>
                </a:solidFill>
                <a:latin typeface="Arial" pitchFamily="34" charset="0"/>
                <a:cs typeface="Arial" pitchFamily="34" charset="0"/>
              </a:rPr>
              <a:t>nter agenda</a:t>
            </a:r>
            <a:r>
              <a:rPr lang="en-US" sz="2800" b="0" baseline="0">
                <a:solidFill>
                  <a:schemeClr val="tx2"/>
                </a:solidFill>
                <a:latin typeface="Arial" pitchFamily="34" charset="0"/>
                <a:cs typeface="Arial" pitchFamily="34" charset="0"/>
              </a:rPr>
              <a:t> title</a:t>
            </a:r>
            <a:endParaRPr lang="en-US" sz="2800" b="0">
              <a:solidFill>
                <a:schemeClr val="tx2"/>
              </a:solidFill>
              <a:latin typeface="Arial" pitchFamily="34" charset="0"/>
              <a:cs typeface="Arial"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6B87C9-5099-F743-9A3B-9C7DDCC49253}"/>
              </a:ext>
            </a:extLst>
          </p:cNvPr>
          <p:cNvPicPr>
            <a:picLocks noChangeAspect="1"/>
          </p:cNvPicPr>
          <p:nvPr userDrawn="1"/>
        </p:nvPicPr>
        <p:blipFill>
          <a:blip r:embed="rId2"/>
          <a:stretch>
            <a:fillRect/>
          </a:stretch>
        </p:blipFill>
        <p:spPr>
          <a:xfrm>
            <a:off x="0" y="3727"/>
            <a:ext cx="12192000" cy="6858000"/>
          </a:xfrm>
          <a:prstGeom prst="rect">
            <a:avLst/>
          </a:prstGeom>
        </p:spPr>
      </p:pic>
      <p:sp>
        <p:nvSpPr>
          <p:cNvPr id="7" name="Content Placeholder 4">
            <a:extLst>
              <a:ext uri="{FF2B5EF4-FFF2-40B4-BE49-F238E27FC236}">
                <a16:creationId xmlns:a16="http://schemas.microsoft.com/office/drawing/2014/main" id="{168721DF-5E03-3947-B332-6D414B4B4A9F}"/>
              </a:ext>
            </a:extLst>
          </p:cNvPr>
          <p:cNvSpPr>
            <a:spLocks noGrp="1"/>
          </p:cNvSpPr>
          <p:nvPr>
            <p:ph sz="quarter" idx="10" hasCustomPrompt="1"/>
          </p:nvPr>
        </p:nvSpPr>
        <p:spPr>
          <a:xfrm>
            <a:off x="1702013" y="2191848"/>
            <a:ext cx="6418256" cy="961258"/>
          </a:xfrm>
          <a:prstGeom prst="rect">
            <a:avLst/>
          </a:prstGeom>
        </p:spPr>
        <p:txBody>
          <a:bodyPr lIns="0" tIns="0" rIns="0" bIns="0" anchor="b"/>
          <a:lstStyle>
            <a:lvl1pPr marL="0" indent="0">
              <a:lnSpc>
                <a:spcPct val="100000"/>
              </a:lnSpc>
              <a:buNone/>
              <a:defRPr sz="2400" b="1">
                <a:solidFill>
                  <a:schemeClr val="bg1"/>
                </a:solidFill>
              </a:defRPr>
            </a:lvl1pPr>
            <a:lvl2pPr marL="433380" indent="0">
              <a:buNone/>
              <a:defRPr>
                <a:solidFill>
                  <a:schemeClr val="bg1"/>
                </a:solidFill>
              </a:defRPr>
            </a:lvl2pPr>
            <a:lvl3pPr marL="866760" indent="0">
              <a:buNone/>
              <a:defRPr>
                <a:solidFill>
                  <a:schemeClr val="bg1"/>
                </a:solidFill>
              </a:defRPr>
            </a:lvl3pPr>
            <a:lvl4pPr marL="1300140" indent="0">
              <a:buNone/>
              <a:defRPr>
                <a:solidFill>
                  <a:schemeClr val="bg1"/>
                </a:solidFill>
              </a:defRPr>
            </a:lvl4pPr>
            <a:lvl5pPr marL="1733519" indent="0">
              <a:buNone/>
              <a:defRPr>
                <a:solidFill>
                  <a:schemeClr val="bg1"/>
                </a:solidFill>
              </a:defRPr>
            </a:lvl5pPr>
          </a:lstStyle>
          <a:p>
            <a:pPr lvl="0"/>
            <a:r>
              <a:rPr lang="en-US"/>
              <a:t>Webinar Title</a:t>
            </a:r>
          </a:p>
        </p:txBody>
      </p:sp>
      <p:sp>
        <p:nvSpPr>
          <p:cNvPr id="8" name="Content Placeholder 7">
            <a:extLst>
              <a:ext uri="{FF2B5EF4-FFF2-40B4-BE49-F238E27FC236}">
                <a16:creationId xmlns:a16="http://schemas.microsoft.com/office/drawing/2014/main" id="{F0246106-5DC2-7E41-B900-9146562AD275}"/>
              </a:ext>
            </a:extLst>
          </p:cNvPr>
          <p:cNvSpPr>
            <a:spLocks noGrp="1"/>
          </p:cNvSpPr>
          <p:nvPr>
            <p:ph sz="quarter" idx="11" hasCustomPrompt="1"/>
          </p:nvPr>
        </p:nvSpPr>
        <p:spPr>
          <a:xfrm>
            <a:off x="1702014" y="3358140"/>
            <a:ext cx="6418256" cy="961258"/>
          </a:xfrm>
          <a:prstGeom prst="rect">
            <a:avLst/>
          </a:prstGeom>
        </p:spPr>
        <p:txBody>
          <a:bodyPr lIns="0" tIns="0" rIns="0" bIns="0" anchor="t"/>
          <a:lstStyle>
            <a:lvl1pPr marL="0" indent="0">
              <a:lnSpc>
                <a:spcPct val="100000"/>
              </a:lnSpc>
              <a:buNone/>
              <a:defRPr sz="2000">
                <a:solidFill>
                  <a:schemeClr val="bg1"/>
                </a:solidFill>
              </a:defRPr>
            </a:lvl1pPr>
            <a:lvl2pPr marL="433380" indent="0">
              <a:lnSpc>
                <a:spcPct val="100000"/>
              </a:lnSpc>
              <a:buNone/>
              <a:defRPr>
                <a:solidFill>
                  <a:schemeClr val="bg1"/>
                </a:solidFill>
              </a:defRPr>
            </a:lvl2pPr>
            <a:lvl3pPr marL="866760" indent="0">
              <a:lnSpc>
                <a:spcPct val="100000"/>
              </a:lnSpc>
              <a:buNone/>
              <a:defRPr>
                <a:solidFill>
                  <a:schemeClr val="bg1"/>
                </a:solidFill>
              </a:defRPr>
            </a:lvl3pPr>
            <a:lvl4pPr marL="1300140" indent="0">
              <a:lnSpc>
                <a:spcPct val="100000"/>
              </a:lnSpc>
              <a:buNone/>
              <a:defRPr>
                <a:solidFill>
                  <a:schemeClr val="bg1"/>
                </a:solidFill>
              </a:defRPr>
            </a:lvl4pPr>
            <a:lvl5pPr marL="1733519" indent="0">
              <a:lnSpc>
                <a:spcPct val="100000"/>
              </a:lnSpc>
              <a:buNone/>
              <a:defRPr>
                <a:solidFill>
                  <a:schemeClr val="bg1"/>
                </a:solidFill>
              </a:defRPr>
            </a:lvl5pPr>
          </a:lstStyle>
          <a:p>
            <a:pPr lvl="0"/>
            <a:r>
              <a:rPr lang="en-US"/>
              <a:t>Supporting text.</a:t>
            </a:r>
          </a:p>
        </p:txBody>
      </p:sp>
      <p:pic>
        <p:nvPicPr>
          <p:cNvPr id="9" name="Picture 8">
            <a:extLst>
              <a:ext uri="{FF2B5EF4-FFF2-40B4-BE49-F238E27FC236}">
                <a16:creationId xmlns:a16="http://schemas.microsoft.com/office/drawing/2014/main" id="{EB460D71-1E3F-CB44-8170-D59886308B4C}"/>
              </a:ext>
            </a:extLst>
          </p:cNvPr>
          <p:cNvPicPr>
            <a:picLocks noChangeAspect="1"/>
          </p:cNvPicPr>
          <p:nvPr userDrawn="1"/>
        </p:nvPicPr>
        <p:blipFill>
          <a:blip r:embed="rId3"/>
          <a:srcRect/>
          <a:stretch/>
        </p:blipFill>
        <p:spPr>
          <a:xfrm>
            <a:off x="1702013" y="1165506"/>
            <a:ext cx="2859892" cy="612834"/>
          </a:xfrm>
          <a:prstGeom prst="rect">
            <a:avLst/>
          </a:prstGeom>
        </p:spPr>
      </p:pic>
      <p:sp>
        <p:nvSpPr>
          <p:cNvPr id="12" name="Rectangle 11">
            <a:extLst>
              <a:ext uri="{FF2B5EF4-FFF2-40B4-BE49-F238E27FC236}">
                <a16:creationId xmlns:a16="http://schemas.microsoft.com/office/drawing/2014/main" id="{7F331EC5-7C0E-C644-BB9F-C0E1999240FA}"/>
              </a:ext>
            </a:extLst>
          </p:cNvPr>
          <p:cNvSpPr/>
          <p:nvPr userDrawn="1"/>
        </p:nvSpPr>
        <p:spPr>
          <a:xfrm>
            <a:off x="8491332" y="119268"/>
            <a:ext cx="3581400" cy="299084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lvl="0">
              <a:defRPr/>
            </a:pPr>
            <a:r>
              <a:rPr lang="en-US" sz="1400" b="0">
                <a:solidFill>
                  <a:srgbClr val="FFC000"/>
                </a:solidFill>
                <a:latin typeface="Arial" pitchFamily="34" charset="0"/>
                <a:cs typeface="Arial" pitchFamily="34" charset="0"/>
              </a:rPr>
              <a:t>If PIP is being used within the presentation window, be sure it is positioned here.</a:t>
            </a:r>
          </a:p>
          <a:p>
            <a:pPr lvl="0">
              <a:defRPr/>
            </a:pPr>
            <a:endParaRPr lang="en-US" sz="1400" b="1">
              <a:solidFill>
                <a:schemeClr val="bg1"/>
              </a:solidFill>
              <a:latin typeface="Arial" pitchFamily="34" charset="0"/>
              <a:cs typeface="Arial" pitchFamily="34" charset="0"/>
            </a:endParaRPr>
          </a:p>
          <a:p>
            <a:pPr lvl="0">
              <a:defRPr/>
            </a:pPr>
            <a:r>
              <a:rPr lang="en-US" sz="1400">
                <a:solidFill>
                  <a:schemeClr val="bg1"/>
                </a:solidFill>
                <a:latin typeface="Arial" pitchFamily="34" charset="0"/>
                <a:cs typeface="Arial" pitchFamily="34" charset="0"/>
              </a:rPr>
              <a:t>Make sure all text, images, and logos are positioned safely away from this non-visible area.</a:t>
            </a:r>
          </a:p>
        </p:txBody>
      </p:sp>
      <p:sp>
        <p:nvSpPr>
          <p:cNvPr id="16" name="Picture Placeholder 15">
            <a:extLst>
              <a:ext uri="{FF2B5EF4-FFF2-40B4-BE49-F238E27FC236}">
                <a16:creationId xmlns:a16="http://schemas.microsoft.com/office/drawing/2014/main" id="{207DFE16-23EB-6E49-AA16-664B71713F58}"/>
              </a:ext>
            </a:extLst>
          </p:cNvPr>
          <p:cNvSpPr>
            <a:spLocks noGrp="1"/>
          </p:cNvSpPr>
          <p:nvPr>
            <p:ph type="pic" sz="quarter" idx="17" hasCustomPrompt="1"/>
          </p:nvPr>
        </p:nvSpPr>
        <p:spPr>
          <a:xfrm>
            <a:off x="8110116" y="3389245"/>
            <a:ext cx="4084776" cy="3468755"/>
          </a:xfrm>
          <a:custGeom>
            <a:avLst/>
            <a:gdLst>
              <a:gd name="connsiteX0" fmla="*/ 0 w 2633663"/>
              <a:gd name="connsiteY0" fmla="*/ 0 h 2057400"/>
              <a:gd name="connsiteX1" fmla="*/ 2633663 w 2633663"/>
              <a:gd name="connsiteY1" fmla="*/ 0 h 2057400"/>
              <a:gd name="connsiteX2" fmla="*/ 2633663 w 2633663"/>
              <a:gd name="connsiteY2" fmla="*/ 2057400 h 2057400"/>
              <a:gd name="connsiteX3" fmla="*/ 0 w 2633663"/>
              <a:gd name="connsiteY3" fmla="*/ 2057400 h 2057400"/>
              <a:gd name="connsiteX4" fmla="*/ 0 w 2633663"/>
              <a:gd name="connsiteY4" fmla="*/ 0 h 2057400"/>
              <a:gd name="connsiteX0" fmla="*/ 983974 w 2633663"/>
              <a:gd name="connsiteY0" fmla="*/ 576470 h 2057400"/>
              <a:gd name="connsiteX1" fmla="*/ 2633663 w 2633663"/>
              <a:gd name="connsiteY1" fmla="*/ 0 h 2057400"/>
              <a:gd name="connsiteX2" fmla="*/ 2633663 w 2633663"/>
              <a:gd name="connsiteY2" fmla="*/ 2057400 h 2057400"/>
              <a:gd name="connsiteX3" fmla="*/ 0 w 2633663"/>
              <a:gd name="connsiteY3" fmla="*/ 2057400 h 2057400"/>
              <a:gd name="connsiteX4" fmla="*/ 983974 w 2633663"/>
              <a:gd name="connsiteY4" fmla="*/ 576470 h 2057400"/>
              <a:gd name="connsiteX0" fmla="*/ 983974 w 4084776"/>
              <a:gd name="connsiteY0" fmla="*/ 576470 h 2057400"/>
              <a:gd name="connsiteX1" fmla="*/ 2633663 w 4084776"/>
              <a:gd name="connsiteY1" fmla="*/ 0 h 2057400"/>
              <a:gd name="connsiteX2" fmla="*/ 4084776 w 4084776"/>
              <a:gd name="connsiteY2" fmla="*/ 2057400 h 2057400"/>
              <a:gd name="connsiteX3" fmla="*/ 0 w 4084776"/>
              <a:gd name="connsiteY3" fmla="*/ 2057400 h 2057400"/>
              <a:gd name="connsiteX4" fmla="*/ 983974 w 4084776"/>
              <a:gd name="connsiteY4" fmla="*/ 576470 h 2057400"/>
              <a:gd name="connsiteX0" fmla="*/ 983974 w 4084776"/>
              <a:gd name="connsiteY0" fmla="*/ 2196548 h 3677478"/>
              <a:gd name="connsiteX1" fmla="*/ 4074837 w 4084776"/>
              <a:gd name="connsiteY1" fmla="*/ 0 h 3677478"/>
              <a:gd name="connsiteX2" fmla="*/ 4084776 w 4084776"/>
              <a:gd name="connsiteY2" fmla="*/ 3677478 h 3677478"/>
              <a:gd name="connsiteX3" fmla="*/ 0 w 4084776"/>
              <a:gd name="connsiteY3" fmla="*/ 3677478 h 3677478"/>
              <a:gd name="connsiteX4" fmla="*/ 983974 w 4084776"/>
              <a:gd name="connsiteY4" fmla="*/ 2196548 h 3677478"/>
              <a:gd name="connsiteX0" fmla="*/ 2286000 w 4084776"/>
              <a:gd name="connsiteY0" fmla="*/ 228601 h 3677478"/>
              <a:gd name="connsiteX1" fmla="*/ 4074837 w 4084776"/>
              <a:gd name="connsiteY1" fmla="*/ 0 h 3677478"/>
              <a:gd name="connsiteX2" fmla="*/ 4084776 w 4084776"/>
              <a:gd name="connsiteY2" fmla="*/ 3677478 h 3677478"/>
              <a:gd name="connsiteX3" fmla="*/ 0 w 4084776"/>
              <a:gd name="connsiteY3" fmla="*/ 3677478 h 3677478"/>
              <a:gd name="connsiteX4" fmla="*/ 2286000 w 4084776"/>
              <a:gd name="connsiteY4" fmla="*/ 228601 h 3677478"/>
              <a:gd name="connsiteX0" fmla="*/ 2286000 w 4084776"/>
              <a:gd name="connsiteY0" fmla="*/ 49696 h 3498573"/>
              <a:gd name="connsiteX1" fmla="*/ 4064898 w 4084776"/>
              <a:gd name="connsiteY1" fmla="*/ 0 h 3498573"/>
              <a:gd name="connsiteX2" fmla="*/ 4084776 w 4084776"/>
              <a:gd name="connsiteY2" fmla="*/ 3498573 h 3498573"/>
              <a:gd name="connsiteX3" fmla="*/ 0 w 4084776"/>
              <a:gd name="connsiteY3" fmla="*/ 3498573 h 3498573"/>
              <a:gd name="connsiteX4" fmla="*/ 2286000 w 4084776"/>
              <a:gd name="connsiteY4" fmla="*/ 49696 h 3498573"/>
              <a:gd name="connsiteX0" fmla="*/ 2146853 w 4084776"/>
              <a:gd name="connsiteY0" fmla="*/ 258418 h 3498573"/>
              <a:gd name="connsiteX1" fmla="*/ 4064898 w 4084776"/>
              <a:gd name="connsiteY1" fmla="*/ 0 h 3498573"/>
              <a:gd name="connsiteX2" fmla="*/ 4084776 w 4084776"/>
              <a:gd name="connsiteY2" fmla="*/ 3498573 h 3498573"/>
              <a:gd name="connsiteX3" fmla="*/ 0 w 4084776"/>
              <a:gd name="connsiteY3" fmla="*/ 3498573 h 3498573"/>
              <a:gd name="connsiteX4" fmla="*/ 2146853 w 4084776"/>
              <a:gd name="connsiteY4" fmla="*/ 258418 h 3498573"/>
              <a:gd name="connsiteX0" fmla="*/ 2295940 w 4084776"/>
              <a:gd name="connsiteY0" fmla="*/ 29818 h 3498573"/>
              <a:gd name="connsiteX1" fmla="*/ 4064898 w 4084776"/>
              <a:gd name="connsiteY1" fmla="*/ 0 h 3498573"/>
              <a:gd name="connsiteX2" fmla="*/ 4084776 w 4084776"/>
              <a:gd name="connsiteY2" fmla="*/ 3498573 h 3498573"/>
              <a:gd name="connsiteX3" fmla="*/ 0 w 4084776"/>
              <a:gd name="connsiteY3" fmla="*/ 3498573 h 3498573"/>
              <a:gd name="connsiteX4" fmla="*/ 2295940 w 4084776"/>
              <a:gd name="connsiteY4" fmla="*/ 29818 h 3498573"/>
              <a:gd name="connsiteX0" fmla="*/ 2295940 w 4084776"/>
              <a:gd name="connsiteY0" fmla="*/ 0 h 3468755"/>
              <a:gd name="connsiteX1" fmla="*/ 4064898 w 4084776"/>
              <a:gd name="connsiteY1" fmla="*/ 19877 h 3468755"/>
              <a:gd name="connsiteX2" fmla="*/ 4084776 w 4084776"/>
              <a:gd name="connsiteY2" fmla="*/ 3468755 h 3468755"/>
              <a:gd name="connsiteX3" fmla="*/ 0 w 4084776"/>
              <a:gd name="connsiteY3" fmla="*/ 3468755 h 3468755"/>
              <a:gd name="connsiteX4" fmla="*/ 2295940 w 4084776"/>
              <a:gd name="connsiteY4" fmla="*/ 0 h 3468755"/>
              <a:gd name="connsiteX0" fmla="*/ 2295940 w 4084776"/>
              <a:gd name="connsiteY0" fmla="*/ 9941 h 3478696"/>
              <a:gd name="connsiteX1" fmla="*/ 4064898 w 4084776"/>
              <a:gd name="connsiteY1" fmla="*/ 0 h 3478696"/>
              <a:gd name="connsiteX2" fmla="*/ 4084776 w 4084776"/>
              <a:gd name="connsiteY2" fmla="*/ 3478696 h 3478696"/>
              <a:gd name="connsiteX3" fmla="*/ 0 w 4084776"/>
              <a:gd name="connsiteY3" fmla="*/ 3478696 h 3478696"/>
              <a:gd name="connsiteX4" fmla="*/ 2295940 w 4084776"/>
              <a:gd name="connsiteY4" fmla="*/ 9941 h 3478696"/>
              <a:gd name="connsiteX0" fmla="*/ 2295940 w 4084776"/>
              <a:gd name="connsiteY0" fmla="*/ 0 h 3468755"/>
              <a:gd name="connsiteX1" fmla="*/ 4084776 w 4084776"/>
              <a:gd name="connsiteY1" fmla="*/ 9937 h 3468755"/>
              <a:gd name="connsiteX2" fmla="*/ 4084776 w 4084776"/>
              <a:gd name="connsiteY2" fmla="*/ 3468755 h 3468755"/>
              <a:gd name="connsiteX3" fmla="*/ 0 w 4084776"/>
              <a:gd name="connsiteY3" fmla="*/ 3468755 h 3468755"/>
              <a:gd name="connsiteX4" fmla="*/ 2295940 w 4084776"/>
              <a:gd name="connsiteY4" fmla="*/ 0 h 3468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4776" h="3468755">
                <a:moveTo>
                  <a:pt x="2295940" y="0"/>
                </a:moveTo>
                <a:lnTo>
                  <a:pt x="4084776" y="9937"/>
                </a:lnTo>
                <a:lnTo>
                  <a:pt x="4084776" y="3468755"/>
                </a:lnTo>
                <a:lnTo>
                  <a:pt x="0" y="3468755"/>
                </a:lnTo>
                <a:lnTo>
                  <a:pt x="2295940" y="0"/>
                </a:lnTo>
                <a:close/>
              </a:path>
            </a:pathLst>
          </a:custGeom>
        </p:spPr>
        <p:txBody>
          <a:bodyPr anchor="ctr"/>
          <a:lstStyle>
            <a:lvl1pPr marL="0" indent="0" algn="ctr">
              <a:buNone/>
              <a:defRPr sz="1200">
                <a:solidFill>
                  <a:schemeClr val="bg1"/>
                </a:solidFill>
              </a:defRPr>
            </a:lvl1pPr>
          </a:lstStyle>
          <a:p>
            <a:r>
              <a:rPr lang="en-US"/>
              <a:t>Click icon to add image</a:t>
            </a:r>
          </a:p>
        </p:txBody>
      </p:sp>
      <p:sp>
        <p:nvSpPr>
          <p:cNvPr id="20" name="Text Placeholder 19">
            <a:extLst>
              <a:ext uri="{FF2B5EF4-FFF2-40B4-BE49-F238E27FC236}">
                <a16:creationId xmlns:a16="http://schemas.microsoft.com/office/drawing/2014/main" id="{B2E3F95C-6BC1-954E-B5BC-B218F5D8513A}"/>
              </a:ext>
            </a:extLst>
          </p:cNvPr>
          <p:cNvSpPr>
            <a:spLocks noGrp="1"/>
          </p:cNvSpPr>
          <p:nvPr>
            <p:ph type="body" sz="quarter" idx="18" hasCustomPrompt="1"/>
          </p:nvPr>
        </p:nvSpPr>
        <p:spPr>
          <a:xfrm>
            <a:off x="1702014" y="4883470"/>
            <a:ext cx="3068770" cy="311404"/>
          </a:xfrm>
          <a:prstGeom prst="rect">
            <a:avLst/>
          </a:prstGeom>
        </p:spPr>
        <p:txBody>
          <a:bodyPr lIns="0"/>
          <a:lstStyle>
            <a:lvl1pPr marL="0" indent="0">
              <a:buFont typeface="Arial" panose="020B0604020202020204" pitchFamily="34" charset="0"/>
              <a:buNone/>
              <a:defRPr sz="1400">
                <a:solidFill>
                  <a:schemeClr val="bg1"/>
                </a:solidFill>
              </a:defRPr>
            </a:lvl1pPr>
          </a:lstStyle>
          <a:p>
            <a:r>
              <a:rPr lang="en-US"/>
              <a:t>Presenter Name</a:t>
            </a:r>
          </a:p>
        </p:txBody>
      </p:sp>
      <p:sp>
        <p:nvSpPr>
          <p:cNvPr id="24" name="Text Placeholder 19">
            <a:extLst>
              <a:ext uri="{FF2B5EF4-FFF2-40B4-BE49-F238E27FC236}">
                <a16:creationId xmlns:a16="http://schemas.microsoft.com/office/drawing/2014/main" id="{93EE2A9E-4A0E-094D-853D-BB11A55356D9}"/>
              </a:ext>
            </a:extLst>
          </p:cNvPr>
          <p:cNvSpPr>
            <a:spLocks noGrp="1"/>
          </p:cNvSpPr>
          <p:nvPr>
            <p:ph type="body" sz="quarter" idx="20" hasCustomPrompt="1"/>
          </p:nvPr>
        </p:nvSpPr>
        <p:spPr>
          <a:xfrm>
            <a:off x="1702014" y="5261046"/>
            <a:ext cx="3068770" cy="811763"/>
          </a:xfrm>
          <a:prstGeom prst="rect">
            <a:avLst/>
          </a:prstGeom>
        </p:spPr>
        <p:txBody>
          <a:bodyPr lIns="0" tIns="0"/>
          <a:lstStyle>
            <a:lvl1pPr marL="0" indent="0">
              <a:buFont typeface="Arial" panose="020B0604020202020204" pitchFamily="34" charset="0"/>
              <a:buNone/>
              <a:defRPr sz="1200" i="1">
                <a:solidFill>
                  <a:schemeClr val="bg1"/>
                </a:solidFill>
              </a:defRPr>
            </a:lvl1pPr>
          </a:lstStyle>
          <a:p>
            <a:r>
              <a:rPr lang="en-US"/>
              <a:t>Presenter info</a:t>
            </a:r>
          </a:p>
        </p:txBody>
      </p:sp>
      <p:sp>
        <p:nvSpPr>
          <p:cNvPr id="26" name="Text Placeholder 19">
            <a:extLst>
              <a:ext uri="{FF2B5EF4-FFF2-40B4-BE49-F238E27FC236}">
                <a16:creationId xmlns:a16="http://schemas.microsoft.com/office/drawing/2014/main" id="{15971480-DA63-A34A-B7C3-38E067E18164}"/>
              </a:ext>
            </a:extLst>
          </p:cNvPr>
          <p:cNvSpPr>
            <a:spLocks noGrp="1"/>
          </p:cNvSpPr>
          <p:nvPr>
            <p:ph type="body" sz="quarter" idx="21" hasCustomPrompt="1"/>
          </p:nvPr>
        </p:nvSpPr>
        <p:spPr>
          <a:xfrm>
            <a:off x="5051499" y="4883470"/>
            <a:ext cx="3068770" cy="311404"/>
          </a:xfrm>
          <a:prstGeom prst="rect">
            <a:avLst/>
          </a:prstGeom>
        </p:spPr>
        <p:txBody>
          <a:bodyPr lIns="0"/>
          <a:lstStyle>
            <a:lvl1pPr marL="0" indent="0">
              <a:buFont typeface="Arial" panose="020B0604020202020204" pitchFamily="34" charset="0"/>
              <a:buNone/>
              <a:defRPr sz="1400">
                <a:solidFill>
                  <a:schemeClr val="bg1"/>
                </a:solidFill>
              </a:defRPr>
            </a:lvl1pPr>
          </a:lstStyle>
          <a:p>
            <a:r>
              <a:rPr lang="en-US"/>
              <a:t>Presenter Name</a:t>
            </a:r>
          </a:p>
        </p:txBody>
      </p:sp>
      <p:sp>
        <p:nvSpPr>
          <p:cNvPr id="27" name="Text Placeholder 19">
            <a:extLst>
              <a:ext uri="{FF2B5EF4-FFF2-40B4-BE49-F238E27FC236}">
                <a16:creationId xmlns:a16="http://schemas.microsoft.com/office/drawing/2014/main" id="{401CE450-A2A5-DC47-BF61-6813F82C3E6F}"/>
              </a:ext>
            </a:extLst>
          </p:cNvPr>
          <p:cNvSpPr>
            <a:spLocks noGrp="1"/>
          </p:cNvSpPr>
          <p:nvPr>
            <p:ph type="body" sz="quarter" idx="22" hasCustomPrompt="1"/>
          </p:nvPr>
        </p:nvSpPr>
        <p:spPr>
          <a:xfrm>
            <a:off x="5051499" y="5261046"/>
            <a:ext cx="3068770" cy="811763"/>
          </a:xfrm>
          <a:prstGeom prst="rect">
            <a:avLst/>
          </a:prstGeom>
        </p:spPr>
        <p:txBody>
          <a:bodyPr lIns="0" tIns="0"/>
          <a:lstStyle>
            <a:lvl1pPr marL="0" indent="0">
              <a:buFont typeface="Arial" panose="020B0604020202020204" pitchFamily="34" charset="0"/>
              <a:buNone/>
              <a:defRPr sz="1200" i="1">
                <a:solidFill>
                  <a:schemeClr val="bg1"/>
                </a:solidFill>
              </a:defRPr>
            </a:lvl1pPr>
          </a:lstStyle>
          <a:p>
            <a:r>
              <a:rPr lang="en-US"/>
              <a:t>Presenter info</a:t>
            </a:r>
          </a:p>
        </p:txBody>
      </p:sp>
      <p:cxnSp>
        <p:nvCxnSpPr>
          <p:cNvPr id="29" name="Straight Connector 28">
            <a:extLst>
              <a:ext uri="{FF2B5EF4-FFF2-40B4-BE49-F238E27FC236}">
                <a16:creationId xmlns:a16="http://schemas.microsoft.com/office/drawing/2014/main" id="{D6684514-85F7-7444-BCD3-0CEE6086A00D}"/>
              </a:ext>
            </a:extLst>
          </p:cNvPr>
          <p:cNvCxnSpPr>
            <a:cxnSpLocks/>
          </p:cNvCxnSpPr>
          <p:nvPr userDrawn="1"/>
        </p:nvCxnSpPr>
        <p:spPr>
          <a:xfrm>
            <a:off x="1702013" y="4800600"/>
            <a:ext cx="6418256" cy="0"/>
          </a:xfrm>
          <a:prstGeom prst="line">
            <a:avLst/>
          </a:prstGeom>
          <a:ln w="9525">
            <a:solidFill>
              <a:srgbClr val="0076A8"/>
            </a:solidFill>
          </a:ln>
        </p:spPr>
        <p:style>
          <a:lnRef idx="1">
            <a:schemeClr val="accent1"/>
          </a:lnRef>
          <a:fillRef idx="0">
            <a:schemeClr val="accent1"/>
          </a:fillRef>
          <a:effectRef idx="0">
            <a:schemeClr val="accent1"/>
          </a:effectRef>
          <a:fontRef idx="minor">
            <a:schemeClr val="tx1"/>
          </a:fontRef>
        </p:style>
      </p:cxnSp>
      <p:sp>
        <p:nvSpPr>
          <p:cNvPr id="13" name="Copyright">
            <a:extLst>
              <a:ext uri="{FF2B5EF4-FFF2-40B4-BE49-F238E27FC236}">
                <a16:creationId xmlns:a16="http://schemas.microsoft.com/office/drawing/2014/main" id="{66553D6E-0414-4240-B27A-B84778A084A4}"/>
              </a:ext>
            </a:extLst>
          </p:cNvPr>
          <p:cNvSpPr txBox="1"/>
          <p:nvPr userDrawn="1"/>
        </p:nvSpPr>
        <p:spPr>
          <a:xfrm>
            <a:off x="1702013" y="6430509"/>
            <a:ext cx="6390037" cy="215444"/>
          </a:xfrm>
          <a:prstGeom prst="rect">
            <a:avLst/>
          </a:prstGeom>
          <a:noFill/>
        </p:spPr>
        <p:txBody>
          <a:bodyPr wrap="square" lIns="0" rtlCol="0">
            <a:spAutoFit/>
          </a:bodyPr>
          <a:lstStyle/>
          <a:p>
            <a:r>
              <a:rPr lang="en-US" sz="800">
                <a:solidFill>
                  <a:schemeClr val="bg1">
                    <a:lumMod val="75000"/>
                  </a:schemeClr>
                </a:solidFill>
                <a:latin typeface="Arial" pitchFamily="34" charset="0"/>
                <a:cs typeface="Arial" pitchFamily="34" charset="0"/>
              </a:rPr>
              <a:t>© 2026 The MathWorks, Inc.</a:t>
            </a:r>
          </a:p>
        </p:txBody>
      </p:sp>
    </p:spTree>
    <p:extLst>
      <p:ext uri="{BB962C8B-B14F-4D97-AF65-F5344CB8AC3E}">
        <p14:creationId xmlns:p14="http://schemas.microsoft.com/office/powerpoint/2010/main" val="3601848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a:prstGeom prst="rect">
            <a:avLst/>
          </a:prstGeom>
        </p:spPr>
        <p:txBody>
          <a:bodyPr vert="horz" lIns="91440" tIns="45720" rIns="91440" bIns="45720" rtlCol="0" anchor="t" anchorCtr="0">
            <a:noAutofit/>
          </a:bodyPr>
          <a:lstStyle/>
          <a:p>
            <a:r>
              <a:rPr lang="en-US"/>
              <a:t>Click to edit Master title style</a:t>
            </a:r>
          </a:p>
        </p:txBody>
      </p:sp>
      <p:sp>
        <p:nvSpPr>
          <p:cNvPr id="3" name="Content"/>
          <p:cNvSpPr>
            <a:spLocks noGrp="1"/>
          </p:cNvSpPr>
          <p:nvPr>
            <p:ph type="body" idx="1"/>
          </p:nvPr>
        </p:nvSpPr>
        <p:spPr>
          <a:xfrm>
            <a:off x="609602" y="1600200"/>
            <a:ext cx="10769600" cy="464820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8" name="SlideNumber"/>
          <p:cNvSpPr/>
          <p:nvPr/>
        </p:nvSpPr>
        <p:spPr>
          <a:xfrm>
            <a:off x="11582400" y="6484954"/>
            <a:ext cx="609600" cy="381001"/>
          </a:xfrm>
          <a:prstGeom prst="rect">
            <a:avLst/>
          </a:prstGeom>
          <a:noFill/>
          <a:ln w="12700">
            <a:noFill/>
          </a:ln>
        </p:spPr>
        <p:txBody>
          <a:bodyPr wrap="square" anchor="ctr">
            <a:noAutofit/>
          </a:bodyPr>
          <a:lstStyle/>
          <a:p>
            <a:pPr algn="ctr"/>
            <a:fld id="{47FBD1EF-0801-4063-B668-C71608ACC70F}" type="slidenum">
              <a:rPr kumimoji="0" lang="en-US" sz="1203" b="1" i="0" u="none" strike="noStrike" kern="1200" cap="none" spc="0" normalizeH="0" baseline="0" noProof="0" smtClean="0">
                <a:ln>
                  <a:noFill/>
                </a:ln>
                <a:solidFill>
                  <a:schemeClr val="tx2"/>
                </a:solidFill>
                <a:effectLst/>
                <a:uLnTx/>
                <a:uFillTx/>
                <a:latin typeface="Arial" pitchFamily="34" charset="0"/>
                <a:ea typeface="+mn-ea"/>
                <a:cs typeface="Arial" pitchFamily="34" charset="0"/>
              </a:rPr>
              <a:pPr algn="ctr"/>
              <a:t>‹#›</a:t>
            </a:fld>
            <a:endParaRPr lang="en-US" sz="1203" b="1">
              <a:solidFill>
                <a:schemeClr val="tx2"/>
              </a:solidFill>
            </a:endParaRPr>
          </a:p>
        </p:txBody>
      </p:sp>
      <p:pic>
        <p:nvPicPr>
          <p:cNvPr id="12" name="Logo" descr="logo647.png"/>
          <p:cNvPicPr>
            <a:picLocks noChangeAspect="1"/>
          </p:cNvPicPr>
          <p:nvPr/>
        </p:nvPicPr>
        <p:blipFill>
          <a:blip r:embed="rId11" cstate="print"/>
          <a:stretch>
            <a:fillRect/>
          </a:stretch>
        </p:blipFill>
        <p:spPr>
          <a:xfrm>
            <a:off x="10679339" y="23675"/>
            <a:ext cx="1327516" cy="360269"/>
          </a:xfrm>
          <a:prstGeom prst="rect">
            <a:avLst/>
          </a:prstGeom>
          <a:noFill/>
          <a:ln>
            <a:noFill/>
          </a:ln>
        </p:spPr>
      </p:pic>
      <p:cxnSp>
        <p:nvCxnSpPr>
          <p:cNvPr id="13" name="Line"/>
          <p:cNvCxnSpPr/>
          <p:nvPr/>
        </p:nvCxnSpPr>
        <p:spPr>
          <a:xfrm rot="10800000" flipV="1">
            <a:off x="229170" y="176521"/>
            <a:ext cx="10297392" cy="211602"/>
          </a:xfrm>
          <a:prstGeom prst="bentConnector3">
            <a:avLst>
              <a:gd name="adj1" fmla="val 100013"/>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9" r:id="rId4"/>
    <p:sldLayoutId id="2147483663" r:id="rId5"/>
    <p:sldLayoutId id="2147483651" r:id="rId6"/>
    <p:sldLayoutId id="2147483652" r:id="rId7"/>
    <p:sldLayoutId id="2147483664" r:id="rId8"/>
    <p:sldLayoutId id="2147483665" r:id="rId9"/>
  </p:sldLayoutIdLst>
  <p:hf hdr="0" ftr="0" dt="0"/>
  <p:txStyles>
    <p:titleStyle>
      <a:lvl1pPr algn="l" defTabSz="916680" rtl="0" eaLnBrk="1" latinLnBrk="0" hangingPunct="1">
        <a:spcBef>
          <a:spcPct val="0"/>
        </a:spcBef>
        <a:buNone/>
        <a:defRPr sz="2800" b="0" kern="1200">
          <a:solidFill>
            <a:schemeClr val="tx2"/>
          </a:solidFill>
          <a:latin typeface="Arial" pitchFamily="34" charset="0"/>
          <a:ea typeface="+mj-ea"/>
          <a:cs typeface="Arial" pitchFamily="34" charset="0"/>
        </a:defRPr>
      </a:lvl1pPr>
    </p:titleStyle>
    <p:bodyStyle>
      <a:lvl1pPr marL="343755" indent="-343755" algn="l" defTabSz="916680" rtl="0" eaLnBrk="1" latinLnBrk="0" hangingPunct="1">
        <a:spcBef>
          <a:spcPct val="20000"/>
        </a:spcBef>
        <a:buClr>
          <a:schemeClr val="tx2"/>
        </a:buClr>
        <a:buSzPct val="75000"/>
        <a:buFont typeface="Wingdings" pitchFamily="2" charset="2"/>
        <a:buChar char="§"/>
        <a:defRPr sz="2400" kern="1200">
          <a:solidFill>
            <a:schemeClr val="tx1"/>
          </a:solidFill>
          <a:latin typeface="Arial" pitchFamily="34" charset="0"/>
          <a:ea typeface="+mn-ea"/>
          <a:cs typeface="Arial" pitchFamily="34" charset="0"/>
        </a:defRPr>
      </a:lvl1pPr>
      <a:lvl2pPr marL="744802" indent="-286462" algn="l" defTabSz="916680" rtl="0" eaLnBrk="1" latinLnBrk="0" hangingPunct="1">
        <a:spcBef>
          <a:spcPct val="20000"/>
        </a:spcBef>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1145850" indent="-229170" algn="l" defTabSz="916680" rtl="0" eaLnBrk="1" latinLnBrk="0" hangingPunct="1">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190" indent="-229170" algn="l" defTabSz="916680" rtl="0" eaLnBrk="1" latinLnBrk="0" hangingPunct="1">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31" indent="-229170" algn="l" defTabSz="916680" rtl="0" eaLnBrk="1" latinLnBrk="0" hangingPunct="1">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7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1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5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89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9pPr>
    </p:bodyStyle>
    <p:otherStyle>
      <a:defPPr>
        <a:defRPr lang="en-US"/>
      </a:defPPr>
      <a:lvl1pPr marL="0" algn="l" defTabSz="916680" rtl="0" eaLnBrk="1" latinLnBrk="0" hangingPunct="1">
        <a:defRPr sz="1805" kern="1200">
          <a:solidFill>
            <a:schemeClr val="tx1"/>
          </a:solidFill>
          <a:latin typeface="+mn-lt"/>
          <a:ea typeface="+mn-ea"/>
          <a:cs typeface="+mn-cs"/>
        </a:defRPr>
      </a:lvl1pPr>
      <a:lvl2pPr marL="458340" algn="l" defTabSz="916680" rtl="0" eaLnBrk="1" latinLnBrk="0" hangingPunct="1">
        <a:defRPr sz="1805" kern="1200">
          <a:solidFill>
            <a:schemeClr val="tx1"/>
          </a:solidFill>
          <a:latin typeface="+mn-lt"/>
          <a:ea typeface="+mn-ea"/>
          <a:cs typeface="+mn-cs"/>
        </a:defRPr>
      </a:lvl2pPr>
      <a:lvl3pPr marL="916680" algn="l" defTabSz="916680" rtl="0" eaLnBrk="1" latinLnBrk="0" hangingPunct="1">
        <a:defRPr sz="1805" kern="1200">
          <a:solidFill>
            <a:schemeClr val="tx1"/>
          </a:solidFill>
          <a:latin typeface="+mn-lt"/>
          <a:ea typeface="+mn-ea"/>
          <a:cs typeface="+mn-cs"/>
        </a:defRPr>
      </a:lvl3pPr>
      <a:lvl4pPr marL="1375020" algn="l" defTabSz="916680" rtl="0" eaLnBrk="1" latinLnBrk="0" hangingPunct="1">
        <a:defRPr sz="1805" kern="1200">
          <a:solidFill>
            <a:schemeClr val="tx1"/>
          </a:solidFill>
          <a:latin typeface="+mn-lt"/>
          <a:ea typeface="+mn-ea"/>
          <a:cs typeface="+mn-cs"/>
        </a:defRPr>
      </a:lvl4pPr>
      <a:lvl5pPr marL="1833361" algn="l" defTabSz="916680" rtl="0" eaLnBrk="1" latinLnBrk="0" hangingPunct="1">
        <a:defRPr sz="1805" kern="1200">
          <a:solidFill>
            <a:schemeClr val="tx1"/>
          </a:solidFill>
          <a:latin typeface="+mn-lt"/>
          <a:ea typeface="+mn-ea"/>
          <a:cs typeface="+mn-cs"/>
        </a:defRPr>
      </a:lvl5pPr>
      <a:lvl6pPr marL="2291701" algn="l" defTabSz="916680" rtl="0" eaLnBrk="1" latinLnBrk="0" hangingPunct="1">
        <a:defRPr sz="1805" kern="1200">
          <a:solidFill>
            <a:schemeClr val="tx1"/>
          </a:solidFill>
          <a:latin typeface="+mn-lt"/>
          <a:ea typeface="+mn-ea"/>
          <a:cs typeface="+mn-cs"/>
        </a:defRPr>
      </a:lvl6pPr>
      <a:lvl7pPr marL="2750041" algn="l" defTabSz="916680" rtl="0" eaLnBrk="1" latinLnBrk="0" hangingPunct="1">
        <a:defRPr sz="1805" kern="1200">
          <a:solidFill>
            <a:schemeClr val="tx1"/>
          </a:solidFill>
          <a:latin typeface="+mn-lt"/>
          <a:ea typeface="+mn-ea"/>
          <a:cs typeface="+mn-cs"/>
        </a:defRPr>
      </a:lvl7pPr>
      <a:lvl8pPr marL="3208381" algn="l" defTabSz="916680" rtl="0" eaLnBrk="1" latinLnBrk="0" hangingPunct="1">
        <a:defRPr sz="1805" kern="1200">
          <a:solidFill>
            <a:schemeClr val="tx1"/>
          </a:solidFill>
          <a:latin typeface="+mn-lt"/>
          <a:ea typeface="+mn-ea"/>
          <a:cs typeface="+mn-cs"/>
        </a:defRPr>
      </a:lvl8pPr>
      <a:lvl9pPr marL="3666721" algn="l" defTabSz="916680" rtl="0" eaLnBrk="1" latinLnBrk="0" hangingPunct="1">
        <a:defRPr sz="18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9.xml"/><Relationship Id="rId1" Type="http://schemas.openxmlformats.org/officeDocument/2006/relationships/tags" Target="../tags/tag1.xml"/><Relationship Id="rId5" Type="http://schemas.openxmlformats.org/officeDocument/2006/relationships/image" Target="../media/image7.jpe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7.svg"/><Relationship Id="rId4" Type="http://schemas.openxmlformats.org/officeDocument/2006/relationships/image" Target="../media/image16.svg"/></Relationships>
</file>

<file path=ppt/slides/_rels/slide8.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17.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6.svg"/><Relationship Id="rId5" Type="http://schemas.openxmlformats.org/officeDocument/2006/relationships/hyperlink" Target="https://www.mathworks.com/help/antenna/ref/patternfromslices.html" TargetMode="External"/><Relationship Id="rId4" Type="http://schemas.openxmlformats.org/officeDocument/2006/relationships/hyperlink" Target="https://www.mathworks.com/help/antenna/ref/patternfromai.html" TargetMode="External"/></Relationships>
</file>

<file path=ppt/slides/_rels/slide9.xml.rels><?xml version="1.0" encoding="UTF-8" standalone="yes"?>
<Relationships xmlns="http://schemas.openxmlformats.org/package/2006/relationships"><Relationship Id="rId8" Type="http://schemas.openxmlformats.org/officeDocument/2006/relationships/hyperlink" Target="https://doi.org/10.1109/AP-S/INC-USNC-URSI52054.2024.10686954" TargetMode="External"/><Relationship Id="rId3" Type="http://schemas.openxmlformats.org/officeDocument/2006/relationships/image" Target="../media/image16.svg"/><Relationship Id="rId7"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7.svg"/></Relationships>
</file>

<file path=ppt/slides/_rels/slide10.xml.rels><?xml version="1.0" encoding="UTF-8" standalone="yes"?>
<Relationships xmlns="http://schemas.openxmlformats.org/package/2006/relationships"><Relationship Id="rId3" Type="http://schemas.openxmlformats.org/officeDocument/2006/relationships/image" Target="../media/image22.jpeg"/><Relationship Id="rId7" Type="http://schemas.openxmlformats.org/officeDocument/2006/relationships/image" Target="../media/image21.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hyperlink" Target="https://doi.org/10.3389/fnagi.2022.841297"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medium.com/@birla.deepak26/autoencoders-76bb49ae6a8f" TargetMode="External"/><Relationship Id="rId2" Type="http://schemas.openxmlformats.org/officeDocument/2006/relationships/image" Target="../media/image20.sv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1.svg"/></Relationships>
</file>

<file path=ppt/slides/_rels/slide12.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hyperlink" Target="https://www.mathworks.com/help/antenna/ug/reconstruct-3d-pattern-from-2d-slices-using-deep-learning.html"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www.rohde-schwarz.com/cz/knowledge-center/knowledge-plus/webinars-videos/accelerating-antenna-pattern-analysis-and-simulation-with-matlab-webinar_255100-1564356.html" TargetMode="External"/><Relationship Id="rId5" Type="http://schemas.openxmlformats.org/officeDocument/2006/relationships/image" Target="../media/image34.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1B65F-EA1D-1F76-0B3D-07211161E591}"/>
            </a:ext>
          </a:extLst>
        </p:cNvPr>
        <p:cNvGrpSpPr/>
        <p:nvPr/>
      </p:nvGrpSpPr>
      <p:grpSpPr>
        <a:xfrm>
          <a:off x="0" y="0"/>
          <a:ext cx="0" cy="0"/>
          <a:chOff x="0" y="0"/>
          <a:chExt cx="0" cy="0"/>
        </a:xfrm>
      </p:grpSpPr>
      <p:sp>
        <p:nvSpPr>
          <p:cNvPr id="67" name="Text Placeholder 66">
            <a:extLst>
              <a:ext uri="{FF2B5EF4-FFF2-40B4-BE49-F238E27FC236}">
                <a16:creationId xmlns:a16="http://schemas.microsoft.com/office/drawing/2014/main" id="{52F103B3-30FD-C7B8-A57B-43632D65B94A}"/>
              </a:ext>
            </a:extLst>
          </p:cNvPr>
          <p:cNvSpPr>
            <a:spLocks noGrp="1"/>
          </p:cNvSpPr>
          <p:nvPr>
            <p:ph type="body" sz="quarter" idx="18"/>
          </p:nvPr>
        </p:nvSpPr>
        <p:spPr>
          <a:xfrm>
            <a:off x="1702013" y="4893496"/>
            <a:ext cx="4762955" cy="351509"/>
          </a:xfrm>
        </p:spPr>
        <p:txBody>
          <a:bodyPr vert="horz" lIns="0" tIns="45720" rIns="91440" bIns="45720" rtlCol="0" anchor="t">
            <a:noAutofit/>
          </a:bodyPr>
          <a:lstStyle/>
          <a:p>
            <a:r>
              <a:rPr lang="en-US">
                <a:latin typeface="Arial"/>
                <a:cs typeface="Arial"/>
              </a:rPr>
              <a:t>Sudarshan Sivaramakrishnan – ssivaram@mathworks.com</a:t>
            </a:r>
          </a:p>
        </p:txBody>
      </p:sp>
      <p:sp>
        <p:nvSpPr>
          <p:cNvPr id="68" name="Text Placeholder 67">
            <a:extLst>
              <a:ext uri="{FF2B5EF4-FFF2-40B4-BE49-F238E27FC236}">
                <a16:creationId xmlns:a16="http://schemas.microsoft.com/office/drawing/2014/main" id="{05C4B185-9404-89D3-0040-15B21D3A9E4F}"/>
              </a:ext>
            </a:extLst>
          </p:cNvPr>
          <p:cNvSpPr>
            <a:spLocks noGrp="1"/>
          </p:cNvSpPr>
          <p:nvPr>
            <p:ph type="body" sz="quarter" idx="20"/>
          </p:nvPr>
        </p:nvSpPr>
        <p:spPr/>
        <p:txBody>
          <a:bodyPr vert="horz" lIns="0" tIns="0" rIns="91440" bIns="45720" rtlCol="0" anchor="t">
            <a:noAutofit/>
          </a:bodyPr>
          <a:lstStyle/>
          <a:p>
            <a:r>
              <a:rPr lang="en-US">
                <a:latin typeface="Arial"/>
                <a:cs typeface="Arial"/>
              </a:rPr>
              <a:t>Principal Software Engineer</a:t>
            </a:r>
            <a:endParaRPr lang="en-US"/>
          </a:p>
          <a:p>
            <a:r>
              <a:rPr lang="en-US">
                <a:latin typeface="Arial"/>
                <a:cs typeface="Arial"/>
              </a:rPr>
              <a:t>MathWorks | RF/EM Group</a:t>
            </a:r>
            <a:endParaRPr lang="en-US"/>
          </a:p>
        </p:txBody>
      </p:sp>
      <p:pic>
        <p:nvPicPr>
          <p:cNvPr id="3" name="Picture 2">
            <a:extLst>
              <a:ext uri="{FF2B5EF4-FFF2-40B4-BE49-F238E27FC236}">
                <a16:creationId xmlns:a16="http://schemas.microsoft.com/office/drawing/2014/main" id="{A45F5CE3-EA3A-8790-5D87-0367CBB67225}"/>
              </a:ext>
            </a:extLst>
          </p:cNvPr>
          <p:cNvPicPr>
            <a:picLocks noChangeAspect="1"/>
          </p:cNvPicPr>
          <p:nvPr/>
        </p:nvPicPr>
        <p:blipFill>
          <a:blip r:embed="rId4"/>
          <a:stretch>
            <a:fillRect/>
          </a:stretch>
        </p:blipFill>
        <p:spPr>
          <a:xfrm>
            <a:off x="8401512" y="67773"/>
            <a:ext cx="3731545" cy="3208087"/>
          </a:xfrm>
          <a:prstGeom prst="rect">
            <a:avLst/>
          </a:prstGeom>
        </p:spPr>
      </p:pic>
      <p:sp>
        <p:nvSpPr>
          <p:cNvPr id="64" name="Content Placeholder 63">
            <a:extLst>
              <a:ext uri="{FF2B5EF4-FFF2-40B4-BE49-F238E27FC236}">
                <a16:creationId xmlns:a16="http://schemas.microsoft.com/office/drawing/2014/main" id="{1C84F14F-1D05-5B1B-47CE-30CFA91987FB}"/>
              </a:ext>
            </a:extLst>
          </p:cNvPr>
          <p:cNvSpPr>
            <a:spLocks noGrp="1"/>
          </p:cNvSpPr>
          <p:nvPr>
            <p:ph sz="quarter" idx="10"/>
          </p:nvPr>
        </p:nvSpPr>
        <p:spPr>
          <a:xfrm>
            <a:off x="1436913" y="1853583"/>
            <a:ext cx="8641703" cy="2380319"/>
          </a:xfrm>
        </p:spPr>
        <p:txBody>
          <a:bodyPr anchor="t"/>
          <a:lstStyle/>
          <a:p>
            <a:r>
              <a:rPr lang="en-US" sz="2800" b="0">
                <a:latin typeface="Arial"/>
                <a:cs typeface="Arial"/>
              </a:rPr>
              <a:t>AP-S/URSI — Technical</a:t>
            </a:r>
            <a:r>
              <a:rPr lang="en-US" sz="2800" b="0" dirty="0">
                <a:latin typeface="Arial"/>
                <a:cs typeface="Arial"/>
              </a:rPr>
              <a:t> Workshop HD-7</a:t>
            </a:r>
          </a:p>
          <a:p>
            <a:r>
              <a:rPr lang="en-US" sz="2800" b="0">
                <a:latin typeface="Arial"/>
                <a:cs typeface="Arial"/>
              </a:rPr>
              <a:t>AI in Antenna Design and Analysis: From</a:t>
            </a:r>
            <a:endParaRPr lang="en-US" sz="2800" b="0"/>
          </a:p>
          <a:p>
            <a:r>
              <a:rPr lang="en-US" sz="2800" b="0">
                <a:latin typeface="Arial"/>
                <a:cs typeface="Arial"/>
              </a:rPr>
              <a:t>Pretrained </a:t>
            </a:r>
            <a:r>
              <a:rPr lang="en-US" sz="2800" b="0" dirty="0">
                <a:latin typeface="Arial"/>
                <a:cs typeface="Arial"/>
              </a:rPr>
              <a:t>Models to System-Level Integration </a:t>
            </a:r>
            <a:endParaRPr lang="en-US" sz="2800" b="0"/>
          </a:p>
          <a:p>
            <a:endParaRPr lang="en-US" sz="1600" b="0" i="1"/>
          </a:p>
          <a:p>
            <a:r>
              <a:rPr lang="en-US" sz="2000" b="0" i="1">
                <a:latin typeface="Arial"/>
                <a:cs typeface="Arial"/>
              </a:rPr>
              <a:t>Part 2 — </a:t>
            </a:r>
            <a:r>
              <a:rPr lang="en-US" sz="2000" b="0" i="1">
                <a:solidFill>
                  <a:srgbClr val="FFFFFF"/>
                </a:solidFill>
                <a:latin typeface="Arial"/>
                <a:cs typeface="Arial"/>
              </a:rPr>
              <a:t>Pattern Reconstruction with AI</a:t>
            </a:r>
          </a:p>
        </p:txBody>
      </p:sp>
      <p:sp>
        <p:nvSpPr>
          <p:cNvPr id="4" name="RS_Classification">
            <a:extLst>
              <a:ext uri="{FF2B5EF4-FFF2-40B4-BE49-F238E27FC236}">
                <a16:creationId xmlns:a16="http://schemas.microsoft.com/office/drawing/2014/main" id="{A0B330C4-23BB-4A63-1DDA-14BA5BA573A5}"/>
              </a:ext>
            </a:extLst>
          </p:cNvPr>
          <p:cNvSpPr txBox="1"/>
          <p:nvPr/>
        </p:nvSpPr>
        <p:spPr>
          <a:xfrm>
            <a:off x="11993228" y="6289521"/>
            <a:ext cx="198772" cy="212879"/>
          </a:xfrm>
          <a:prstGeom prst="rect">
            <a:avLst/>
          </a:prstGeom>
          <a:solidFill>
            <a:srgbClr val="FFFFFF">
              <a:alpha val="0"/>
            </a:srgbClr>
          </a:solidFill>
        </p:spPr>
        <p:txBody>
          <a:bodyPr vert="horz" wrap="none" lIns="76200" tIns="36830" rIns="76200" bIns="36830" rtlCol="0" anchor="ctr">
            <a:spAutoFit/>
          </a:bodyPr>
          <a:lstStyle/>
          <a:p>
            <a:r>
              <a:rPr lang="en-US" sz="900" b="1" kern="900" spc="100">
                <a:latin typeface="Arial" pitchFamily="34" charset="0"/>
                <a:cs typeface="Arial" pitchFamily="34" charset="0"/>
              </a:rPr>
              <a:t> </a:t>
            </a:r>
          </a:p>
        </p:txBody>
      </p:sp>
      <p:pic>
        <p:nvPicPr>
          <p:cNvPr id="5" name="Picture 4">
            <a:extLst>
              <a:ext uri="{FF2B5EF4-FFF2-40B4-BE49-F238E27FC236}">
                <a16:creationId xmlns:a16="http://schemas.microsoft.com/office/drawing/2014/main" id="{176B3799-0CEC-D9A5-BA26-116F4D0A4544}"/>
              </a:ext>
            </a:extLst>
          </p:cNvPr>
          <p:cNvPicPr>
            <a:picLocks noChangeAspect="1"/>
          </p:cNvPicPr>
          <p:nvPr/>
        </p:nvPicPr>
        <p:blipFill>
          <a:blip r:embed="rId5"/>
          <a:srcRect r="220"/>
          <a:stretch>
            <a:fillRect/>
          </a:stretch>
        </p:blipFill>
        <p:spPr>
          <a:xfrm>
            <a:off x="8812213" y="4045857"/>
            <a:ext cx="3297895" cy="2743200"/>
          </a:xfrm>
          <a:prstGeom prst="rect">
            <a:avLst/>
          </a:prstGeom>
        </p:spPr>
      </p:pic>
    </p:spTree>
    <p:custDataLst>
      <p:tags r:id="rId1"/>
    </p:custDataLst>
    <p:extLst>
      <p:ext uri="{BB962C8B-B14F-4D97-AF65-F5344CB8AC3E}">
        <p14:creationId xmlns:p14="http://schemas.microsoft.com/office/powerpoint/2010/main" val="3426075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65C5A-7F19-787D-1477-3A9C96A3E3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CC5002-E4A6-0566-D48B-CBDA2E4A1738}"/>
              </a:ext>
            </a:extLst>
          </p:cNvPr>
          <p:cNvSpPr>
            <a:spLocks noGrp="1"/>
          </p:cNvSpPr>
          <p:nvPr>
            <p:ph type="title"/>
          </p:nvPr>
        </p:nvSpPr>
        <p:spPr/>
        <p:txBody>
          <a:bodyPr/>
          <a:lstStyle/>
          <a:p>
            <a:r>
              <a:rPr lang="en-US"/>
              <a:t>Antenna Workflows #2: Importing Data</a:t>
            </a:r>
          </a:p>
        </p:txBody>
      </p:sp>
      <p:grpSp>
        <p:nvGrpSpPr>
          <p:cNvPr id="51" name="Group 50">
            <a:extLst>
              <a:ext uri="{FF2B5EF4-FFF2-40B4-BE49-F238E27FC236}">
                <a16:creationId xmlns:a16="http://schemas.microsoft.com/office/drawing/2014/main" id="{F8A39A7C-6D01-D844-5250-04983B49A3D3}"/>
              </a:ext>
            </a:extLst>
          </p:cNvPr>
          <p:cNvGrpSpPr/>
          <p:nvPr/>
        </p:nvGrpSpPr>
        <p:grpSpPr>
          <a:xfrm>
            <a:off x="3246378" y="1625892"/>
            <a:ext cx="6795758" cy="3846780"/>
            <a:chOff x="1022234" y="2043769"/>
            <a:chExt cx="6795758" cy="3846780"/>
          </a:xfrm>
        </p:grpSpPr>
        <p:sp>
          <p:nvSpPr>
            <p:cNvPr id="7" name="Octagon 6">
              <a:extLst>
                <a:ext uri="{FF2B5EF4-FFF2-40B4-BE49-F238E27FC236}">
                  <a16:creationId xmlns:a16="http://schemas.microsoft.com/office/drawing/2014/main" id="{1EDC0FE1-4D9C-AEBE-30AA-21C673A49CC2}"/>
                </a:ext>
              </a:extLst>
            </p:cNvPr>
            <p:cNvSpPr>
              <a:spLocks/>
            </p:cNvSpPr>
            <p:nvPr/>
          </p:nvSpPr>
          <p:spPr>
            <a:xfrm>
              <a:off x="3641758" y="2872906"/>
              <a:ext cx="2194560" cy="2194560"/>
            </a:xfrm>
            <a:prstGeom prst="oct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400">
                  <a:latin typeface="Arial" pitchFamily="34" charset="0"/>
                  <a:cs typeface="Arial" pitchFamily="34" charset="0"/>
                </a:rPr>
                <a:t>Antenna Design</a:t>
              </a:r>
            </a:p>
          </p:txBody>
        </p:sp>
        <p:sp>
          <p:nvSpPr>
            <p:cNvPr id="8" name="Hexagon 7">
              <a:extLst>
                <a:ext uri="{FF2B5EF4-FFF2-40B4-BE49-F238E27FC236}">
                  <a16:creationId xmlns:a16="http://schemas.microsoft.com/office/drawing/2014/main" id="{10C2D9ED-EE8B-9D11-C228-6ACE5D155226}"/>
                </a:ext>
              </a:extLst>
            </p:cNvPr>
            <p:cNvSpPr>
              <a:spLocks/>
            </p:cNvSpPr>
            <p:nvPr/>
          </p:nvSpPr>
          <p:spPr>
            <a:xfrm>
              <a:off x="1022234" y="2066926"/>
              <a:ext cx="1280160" cy="1097280"/>
            </a:xfrm>
            <a:prstGeom prst="hexagon">
              <a:avLst/>
            </a:prstGeom>
            <a:solidFill>
              <a:schemeClr val="tx2"/>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Arial" pitchFamily="34" charset="0"/>
                  <a:cs typeface="Arial" pitchFamily="34" charset="0"/>
                </a:rPr>
                <a:t>Import</a:t>
              </a:r>
            </a:p>
          </p:txBody>
        </p:sp>
        <p:sp>
          <p:nvSpPr>
            <p:cNvPr id="10" name="Hexagon 9">
              <a:extLst>
                <a:ext uri="{FF2B5EF4-FFF2-40B4-BE49-F238E27FC236}">
                  <a16:creationId xmlns:a16="http://schemas.microsoft.com/office/drawing/2014/main" id="{E8E2C812-56DC-E770-BC5E-E05F93BC4D73}"/>
                </a:ext>
              </a:extLst>
            </p:cNvPr>
            <p:cNvSpPr>
              <a:spLocks/>
            </p:cNvSpPr>
            <p:nvPr/>
          </p:nvSpPr>
          <p:spPr>
            <a:xfrm>
              <a:off x="1022234" y="3404527"/>
              <a:ext cx="1280160" cy="1097280"/>
            </a:xfrm>
            <a:prstGeom prst="hex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Arial" pitchFamily="34" charset="0"/>
                  <a:cs typeface="Arial" pitchFamily="34" charset="0"/>
                </a:rPr>
                <a:t>EM</a:t>
              </a:r>
            </a:p>
          </p:txBody>
        </p:sp>
        <p:sp>
          <p:nvSpPr>
            <p:cNvPr id="11" name="Hexagon 10">
              <a:extLst>
                <a:ext uri="{FF2B5EF4-FFF2-40B4-BE49-F238E27FC236}">
                  <a16:creationId xmlns:a16="http://schemas.microsoft.com/office/drawing/2014/main" id="{A21B6315-13CD-BDB3-DD6A-98E6A66CC9E2}"/>
                </a:ext>
              </a:extLst>
            </p:cNvPr>
            <p:cNvSpPr>
              <a:spLocks/>
            </p:cNvSpPr>
            <p:nvPr/>
          </p:nvSpPr>
          <p:spPr>
            <a:xfrm>
              <a:off x="6537832" y="2043769"/>
              <a:ext cx="1280160" cy="1097280"/>
            </a:xfrm>
            <a:prstGeom prst="hexagon">
              <a:avLst>
                <a:gd name="adj" fmla="val 20280"/>
                <a:gd name="vf" fmla="val 11547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a:latin typeface="Arial" pitchFamily="34" charset="0"/>
                  <a:cs typeface="Arial" pitchFamily="34" charset="0"/>
                </a:rPr>
                <a:t>Post</a:t>
              </a:r>
            </a:p>
            <a:p>
              <a:pPr algn="ctr"/>
              <a:r>
                <a:rPr lang="en-US">
                  <a:latin typeface="Arial" pitchFamily="34" charset="0"/>
                  <a:cs typeface="Arial" pitchFamily="34" charset="0"/>
                </a:rPr>
                <a:t>process</a:t>
              </a:r>
            </a:p>
          </p:txBody>
        </p:sp>
        <p:sp>
          <p:nvSpPr>
            <p:cNvPr id="15" name="Hexagon 14">
              <a:extLst>
                <a:ext uri="{FF2B5EF4-FFF2-40B4-BE49-F238E27FC236}">
                  <a16:creationId xmlns:a16="http://schemas.microsoft.com/office/drawing/2014/main" id="{5ED12D1F-416A-1644-3E0C-577835F26F5F}"/>
                </a:ext>
              </a:extLst>
            </p:cNvPr>
            <p:cNvSpPr>
              <a:spLocks/>
            </p:cNvSpPr>
            <p:nvPr/>
          </p:nvSpPr>
          <p:spPr>
            <a:xfrm>
              <a:off x="6537832" y="3418519"/>
              <a:ext cx="1280160" cy="1097280"/>
            </a:xfrm>
            <a:prstGeom prst="hex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a:latin typeface="Arial" pitchFamily="34" charset="0"/>
                  <a:cs typeface="Arial" pitchFamily="34" charset="0"/>
                </a:rPr>
                <a:t>Integrate</a:t>
              </a:r>
            </a:p>
          </p:txBody>
        </p:sp>
        <p:cxnSp>
          <p:nvCxnSpPr>
            <p:cNvPr id="17" name="Straight Arrow Connector 16">
              <a:extLst>
                <a:ext uri="{FF2B5EF4-FFF2-40B4-BE49-F238E27FC236}">
                  <a16:creationId xmlns:a16="http://schemas.microsoft.com/office/drawing/2014/main" id="{DD0D6090-AB3F-A23B-36B9-7149DA6C2D33}"/>
                </a:ext>
              </a:extLst>
            </p:cNvPr>
            <p:cNvCxnSpPr>
              <a:cxnSpLocks/>
            </p:cNvCxnSpPr>
            <p:nvPr/>
          </p:nvCxnSpPr>
          <p:spPr>
            <a:xfrm>
              <a:off x="2286329" y="2605039"/>
              <a:ext cx="1280160" cy="1005840"/>
            </a:xfrm>
            <a:prstGeom prst="straightConnector1">
              <a:avLst/>
            </a:prstGeom>
            <a:ln>
              <a:solidFill>
                <a:schemeClr val="tx2"/>
              </a:solidFill>
              <a:tailEnd type="triangle"/>
            </a:ln>
          </p:spPr>
          <p:style>
            <a:lnRef idx="3">
              <a:schemeClr val="accent5"/>
            </a:lnRef>
            <a:fillRef idx="0">
              <a:schemeClr val="accent5"/>
            </a:fillRef>
            <a:effectRef idx="2">
              <a:schemeClr val="accent5"/>
            </a:effectRef>
            <a:fontRef idx="minor">
              <a:schemeClr val="tx1"/>
            </a:fontRef>
          </p:style>
        </p:cxnSp>
        <p:cxnSp>
          <p:nvCxnSpPr>
            <p:cNvPr id="23" name="Straight Arrow Connector 22">
              <a:extLst>
                <a:ext uri="{FF2B5EF4-FFF2-40B4-BE49-F238E27FC236}">
                  <a16:creationId xmlns:a16="http://schemas.microsoft.com/office/drawing/2014/main" id="{D6FCA209-1601-0AEC-DF28-0A2103DB120C}"/>
                </a:ext>
              </a:extLst>
            </p:cNvPr>
            <p:cNvCxnSpPr>
              <a:cxnSpLocks/>
            </p:cNvCxnSpPr>
            <p:nvPr/>
          </p:nvCxnSpPr>
          <p:spPr>
            <a:xfrm>
              <a:off x="2279342" y="3953167"/>
              <a:ext cx="1280160" cy="0"/>
            </a:xfrm>
            <a:prstGeom prst="straightConnector1">
              <a:avLst/>
            </a:prstGeom>
            <a:ln>
              <a:solidFill>
                <a:schemeClr val="tx2"/>
              </a:solidFill>
              <a:tailEnd type="triangle"/>
            </a:ln>
          </p:spPr>
          <p:style>
            <a:lnRef idx="3">
              <a:schemeClr val="accent5"/>
            </a:lnRef>
            <a:fillRef idx="0">
              <a:schemeClr val="accent5"/>
            </a:fillRef>
            <a:effectRef idx="2">
              <a:schemeClr val="accent5"/>
            </a:effectRef>
            <a:fontRef idx="minor">
              <a:schemeClr val="tx1"/>
            </a:fontRef>
          </p:style>
        </p:cxnSp>
        <p:cxnSp>
          <p:nvCxnSpPr>
            <p:cNvPr id="26" name="Straight Arrow Connector 25">
              <a:extLst>
                <a:ext uri="{FF2B5EF4-FFF2-40B4-BE49-F238E27FC236}">
                  <a16:creationId xmlns:a16="http://schemas.microsoft.com/office/drawing/2014/main" id="{8717C539-59A9-D8A4-01F8-0A517CA13EA1}"/>
                </a:ext>
              </a:extLst>
            </p:cNvPr>
            <p:cNvCxnSpPr>
              <a:cxnSpLocks/>
            </p:cNvCxnSpPr>
            <p:nvPr/>
          </p:nvCxnSpPr>
          <p:spPr>
            <a:xfrm flipV="1">
              <a:off x="5475168" y="2885374"/>
              <a:ext cx="1188720" cy="274320"/>
            </a:xfrm>
            <a:prstGeom prst="straightConnector1">
              <a:avLst/>
            </a:prstGeom>
            <a:ln>
              <a:solidFill>
                <a:schemeClr val="tx2"/>
              </a:solidFill>
              <a:tailEnd type="triangle"/>
            </a:ln>
          </p:spPr>
          <p:style>
            <a:lnRef idx="3">
              <a:schemeClr val="accent5"/>
            </a:lnRef>
            <a:fillRef idx="0">
              <a:schemeClr val="accent5"/>
            </a:fillRef>
            <a:effectRef idx="2">
              <a:schemeClr val="accent5"/>
            </a:effectRef>
            <a:fontRef idx="minor">
              <a:schemeClr val="tx1"/>
            </a:fontRef>
          </p:style>
        </p:cxnSp>
        <p:cxnSp>
          <p:nvCxnSpPr>
            <p:cNvPr id="33" name="Straight Arrow Connector 32">
              <a:extLst>
                <a:ext uri="{FF2B5EF4-FFF2-40B4-BE49-F238E27FC236}">
                  <a16:creationId xmlns:a16="http://schemas.microsoft.com/office/drawing/2014/main" id="{C9B9324C-EC1C-DF5C-7DDB-FDE5FEBD3129}"/>
                </a:ext>
              </a:extLst>
            </p:cNvPr>
            <p:cNvCxnSpPr>
              <a:cxnSpLocks/>
            </p:cNvCxnSpPr>
            <p:nvPr/>
          </p:nvCxnSpPr>
          <p:spPr>
            <a:xfrm>
              <a:off x="5836318" y="3955068"/>
              <a:ext cx="640080" cy="0"/>
            </a:xfrm>
            <a:prstGeom prst="straightConnector1">
              <a:avLst/>
            </a:prstGeom>
            <a:ln>
              <a:solidFill>
                <a:schemeClr val="tx2"/>
              </a:solidFill>
              <a:tailEnd type="triangle"/>
            </a:ln>
          </p:spPr>
          <p:style>
            <a:lnRef idx="3">
              <a:schemeClr val="accent5"/>
            </a:lnRef>
            <a:fillRef idx="0">
              <a:schemeClr val="accent5"/>
            </a:fillRef>
            <a:effectRef idx="2">
              <a:schemeClr val="accent5"/>
            </a:effectRef>
            <a:fontRef idx="minor">
              <a:schemeClr val="tx1"/>
            </a:fontRef>
          </p:style>
        </p:cxnSp>
        <p:sp>
          <p:nvSpPr>
            <p:cNvPr id="48" name="Hexagon 47">
              <a:extLst>
                <a:ext uri="{FF2B5EF4-FFF2-40B4-BE49-F238E27FC236}">
                  <a16:creationId xmlns:a16="http://schemas.microsoft.com/office/drawing/2014/main" id="{5413A6DD-3D4C-1F2B-1FC0-11DC2A30AE1F}"/>
                </a:ext>
              </a:extLst>
            </p:cNvPr>
            <p:cNvSpPr>
              <a:spLocks/>
            </p:cNvSpPr>
            <p:nvPr/>
          </p:nvSpPr>
          <p:spPr>
            <a:xfrm>
              <a:off x="6537832" y="4793269"/>
              <a:ext cx="1280160" cy="1097280"/>
            </a:xfrm>
            <a:prstGeom prst="hexagon">
              <a:avLst>
                <a:gd name="adj" fmla="val 20280"/>
                <a:gd name="vf" fmla="val 11547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a:latin typeface="Arial" pitchFamily="34" charset="0"/>
                  <a:cs typeface="Arial" pitchFamily="34" charset="0"/>
                </a:rPr>
                <a:t>Export</a:t>
              </a:r>
            </a:p>
          </p:txBody>
        </p:sp>
        <p:cxnSp>
          <p:nvCxnSpPr>
            <p:cNvPr id="28" name="Straight Arrow Connector 27">
              <a:extLst>
                <a:ext uri="{FF2B5EF4-FFF2-40B4-BE49-F238E27FC236}">
                  <a16:creationId xmlns:a16="http://schemas.microsoft.com/office/drawing/2014/main" id="{01522D67-F80E-0B6F-07EE-837EEFFE5C3F}"/>
                </a:ext>
              </a:extLst>
            </p:cNvPr>
            <p:cNvCxnSpPr>
              <a:cxnSpLocks/>
            </p:cNvCxnSpPr>
            <p:nvPr/>
          </p:nvCxnSpPr>
          <p:spPr>
            <a:xfrm>
              <a:off x="5498309" y="4731797"/>
              <a:ext cx="1188720" cy="274320"/>
            </a:xfrm>
            <a:prstGeom prst="straightConnector1">
              <a:avLst/>
            </a:prstGeom>
            <a:ln>
              <a:solidFill>
                <a:schemeClr val="tx2"/>
              </a:solidFill>
              <a:tailEnd type="triangle"/>
            </a:ln>
          </p:spPr>
          <p:style>
            <a:lnRef idx="3">
              <a:schemeClr val="accent5"/>
            </a:lnRef>
            <a:fillRef idx="0">
              <a:schemeClr val="accent5"/>
            </a:fillRef>
            <a:effectRef idx="2">
              <a:schemeClr val="accent5"/>
            </a:effectRef>
            <a:fontRef idx="minor">
              <a:schemeClr val="tx1"/>
            </a:fontRef>
          </p:style>
        </p:cxnSp>
      </p:grpSp>
      <p:pic>
        <p:nvPicPr>
          <p:cNvPr id="3" name="Picture 2">
            <a:extLst>
              <a:ext uri="{FF2B5EF4-FFF2-40B4-BE49-F238E27FC236}">
                <a16:creationId xmlns:a16="http://schemas.microsoft.com/office/drawing/2014/main" id="{9526159D-7902-72E8-F47C-3BB9A81B1D77}"/>
              </a:ext>
            </a:extLst>
          </p:cNvPr>
          <p:cNvPicPr>
            <a:picLocks noChangeAspect="1"/>
          </p:cNvPicPr>
          <p:nvPr/>
        </p:nvPicPr>
        <p:blipFill>
          <a:blip r:embed="rId3"/>
          <a:srcRect r="75560"/>
          <a:stretch/>
        </p:blipFill>
        <p:spPr>
          <a:xfrm>
            <a:off x="6545405" y="3975406"/>
            <a:ext cx="698955" cy="612834"/>
          </a:xfrm>
          <a:prstGeom prst="rect">
            <a:avLst/>
          </a:prstGeom>
        </p:spPr>
      </p:pic>
    </p:spTree>
    <p:extLst>
      <p:ext uri="{BB962C8B-B14F-4D97-AF65-F5344CB8AC3E}">
        <p14:creationId xmlns:p14="http://schemas.microsoft.com/office/powerpoint/2010/main" val="39655232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F6F40-409A-F95C-88F2-B2916E94311E}"/>
              </a:ext>
            </a:extLst>
          </p:cNvPr>
          <p:cNvSpPr>
            <a:spLocks noGrp="1"/>
          </p:cNvSpPr>
          <p:nvPr>
            <p:ph type="title"/>
          </p:nvPr>
        </p:nvSpPr>
        <p:spPr/>
        <p:txBody>
          <a:bodyPr/>
          <a:lstStyle/>
          <a:p>
            <a:r>
              <a:rPr lang="en-US"/>
              <a:t>Importing Patterns – File Readers</a:t>
            </a:r>
          </a:p>
        </p:txBody>
      </p:sp>
      <p:sp>
        <p:nvSpPr>
          <p:cNvPr id="3" name="Content Placeholder 2">
            <a:extLst>
              <a:ext uri="{FF2B5EF4-FFF2-40B4-BE49-F238E27FC236}">
                <a16:creationId xmlns:a16="http://schemas.microsoft.com/office/drawing/2014/main" id="{FFDF174E-E71F-BE0F-2E91-142C768613C8}"/>
              </a:ext>
            </a:extLst>
          </p:cNvPr>
          <p:cNvSpPr>
            <a:spLocks noGrp="1"/>
          </p:cNvSpPr>
          <p:nvPr>
            <p:ph idx="1"/>
          </p:nvPr>
        </p:nvSpPr>
        <p:spPr>
          <a:xfrm>
            <a:off x="609601" y="1600200"/>
            <a:ext cx="4033738" cy="4648200"/>
          </a:xfrm>
        </p:spPr>
        <p:txBody>
          <a:bodyPr/>
          <a:lstStyle/>
          <a:p>
            <a:r>
              <a:rPr lang="en-US" sz="2000"/>
              <a:t>File Formats</a:t>
            </a:r>
          </a:p>
          <a:p>
            <a:pPr lvl="1"/>
            <a:r>
              <a:rPr lang="en-US"/>
              <a:t>.CSV</a:t>
            </a:r>
          </a:p>
          <a:p>
            <a:pPr lvl="1"/>
            <a:r>
              <a:rPr lang="en-US"/>
              <a:t>.MSI, .PLN</a:t>
            </a:r>
          </a:p>
          <a:p>
            <a:pPr lvl="1"/>
            <a:r>
              <a:rPr lang="en-US"/>
              <a:t>.FFS (CST)</a:t>
            </a:r>
          </a:p>
          <a:p>
            <a:pPr lvl="1"/>
            <a:r>
              <a:rPr lang="en-US"/>
              <a:t>.FFD (Ansys)</a:t>
            </a:r>
          </a:p>
          <a:p>
            <a:r>
              <a:rPr lang="en-US" sz="2000"/>
              <a:t>Query on struct/object</a:t>
            </a:r>
          </a:p>
          <a:p>
            <a:r>
              <a:rPr lang="en-US" sz="2000"/>
              <a:t>Visualize using</a:t>
            </a:r>
          </a:p>
          <a:p>
            <a:pPr lvl="1"/>
            <a:r>
              <a:rPr lang="en-US" b="1" err="1">
                <a:latin typeface="Courier New" panose="02070309020205020404" pitchFamily="49" charset="0"/>
                <a:cs typeface="Courier New" panose="02070309020205020404" pitchFamily="49" charset="0"/>
              </a:rPr>
              <a:t>polarpattern</a:t>
            </a:r>
            <a:r>
              <a:rPr lang="en-US" b="1">
                <a:latin typeface="Courier New" panose="02070309020205020404" pitchFamily="49" charset="0"/>
                <a:cs typeface="Courier New" panose="02070309020205020404" pitchFamily="49" charset="0"/>
              </a:rPr>
              <a:t> </a:t>
            </a:r>
          </a:p>
          <a:p>
            <a:pPr lvl="1"/>
            <a:r>
              <a:rPr lang="en-US" b="1" err="1">
                <a:latin typeface="Courier New" panose="02070309020205020404" pitchFamily="49" charset="0"/>
                <a:cs typeface="Courier New" panose="02070309020205020404" pitchFamily="49" charset="0"/>
              </a:rPr>
              <a:t>patternCustom</a:t>
            </a:r>
            <a:endParaRPr lang="en-US" b="1">
              <a:latin typeface="Courier New" panose="02070309020205020404" pitchFamily="49" charset="0"/>
              <a:cs typeface="Courier New" panose="02070309020205020404" pitchFamily="49" charset="0"/>
            </a:endParaRPr>
          </a:p>
          <a:p>
            <a:endParaRPr lang="en-US"/>
          </a:p>
        </p:txBody>
      </p:sp>
      <p:sp>
        <p:nvSpPr>
          <p:cNvPr id="23" name="Rectangle 22">
            <a:extLst>
              <a:ext uri="{FF2B5EF4-FFF2-40B4-BE49-F238E27FC236}">
                <a16:creationId xmlns:a16="http://schemas.microsoft.com/office/drawing/2014/main" id="{FF6527E0-E72B-47D3-6A92-A24C8E28D287}"/>
              </a:ext>
            </a:extLst>
          </p:cNvPr>
          <p:cNvSpPr/>
          <p:nvPr/>
        </p:nvSpPr>
        <p:spPr>
          <a:xfrm>
            <a:off x="4872664" y="4029140"/>
            <a:ext cx="5227984" cy="2580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nvGrpSpPr>
          <p:cNvPr id="17" name="Group 16">
            <a:extLst>
              <a:ext uri="{FF2B5EF4-FFF2-40B4-BE49-F238E27FC236}">
                <a16:creationId xmlns:a16="http://schemas.microsoft.com/office/drawing/2014/main" id="{DD18BD13-3D3E-5EBB-6D88-ABC57FD46BCF}"/>
              </a:ext>
            </a:extLst>
          </p:cNvPr>
          <p:cNvGrpSpPr/>
          <p:nvPr/>
        </p:nvGrpSpPr>
        <p:grpSpPr>
          <a:xfrm>
            <a:off x="4712913" y="989817"/>
            <a:ext cx="7142479" cy="2097825"/>
            <a:chOff x="4643339" y="1247230"/>
            <a:chExt cx="7142479" cy="2097825"/>
          </a:xfrm>
        </p:grpSpPr>
        <p:grpSp>
          <p:nvGrpSpPr>
            <p:cNvPr id="22" name="Group 21">
              <a:extLst>
                <a:ext uri="{FF2B5EF4-FFF2-40B4-BE49-F238E27FC236}">
                  <a16:creationId xmlns:a16="http://schemas.microsoft.com/office/drawing/2014/main" id="{3ABFCE5D-CB00-9398-FDD4-AB0ECB2ABC74}"/>
                </a:ext>
              </a:extLst>
            </p:cNvPr>
            <p:cNvGrpSpPr/>
            <p:nvPr/>
          </p:nvGrpSpPr>
          <p:grpSpPr>
            <a:xfrm>
              <a:off x="4643339" y="1247230"/>
              <a:ext cx="7142479" cy="2097825"/>
              <a:chOff x="4439920" y="1742134"/>
              <a:chExt cx="7142479" cy="2066274"/>
            </a:xfrm>
          </p:grpSpPr>
          <p:grpSp>
            <p:nvGrpSpPr>
              <p:cNvPr id="20" name="Group 19">
                <a:extLst>
                  <a:ext uri="{FF2B5EF4-FFF2-40B4-BE49-F238E27FC236}">
                    <a16:creationId xmlns:a16="http://schemas.microsoft.com/office/drawing/2014/main" id="{6A0752B2-97BE-95FA-9C9C-C565CD48DFC2}"/>
                  </a:ext>
                </a:extLst>
              </p:cNvPr>
              <p:cNvGrpSpPr/>
              <p:nvPr/>
            </p:nvGrpSpPr>
            <p:grpSpPr>
              <a:xfrm>
                <a:off x="4470401" y="1834403"/>
                <a:ext cx="7070116" cy="1933609"/>
                <a:chOff x="4470401" y="1834403"/>
                <a:chExt cx="7070116" cy="1933609"/>
              </a:xfrm>
            </p:grpSpPr>
            <p:pic>
              <p:nvPicPr>
                <p:cNvPr id="16" name="Picture 15">
                  <a:extLst>
                    <a:ext uri="{FF2B5EF4-FFF2-40B4-BE49-F238E27FC236}">
                      <a16:creationId xmlns:a16="http://schemas.microsoft.com/office/drawing/2014/main" id="{9B498935-BD04-A7FB-7BC9-9703876BF640}"/>
                    </a:ext>
                  </a:extLst>
                </p:cNvPr>
                <p:cNvPicPr>
                  <a:picLocks noChangeAspect="1"/>
                </p:cNvPicPr>
                <p:nvPr/>
              </p:nvPicPr>
              <p:blipFill>
                <a:blip r:embed="rId3"/>
                <a:srcRect t="9721" r="37095" b="66972"/>
                <a:stretch/>
              </p:blipFill>
              <p:spPr>
                <a:xfrm>
                  <a:off x="4470401" y="2250154"/>
                  <a:ext cx="2676421" cy="1266930"/>
                </a:xfrm>
                <a:prstGeom prst="rect">
                  <a:avLst/>
                </a:prstGeom>
              </p:spPr>
            </p:pic>
            <p:pic>
              <p:nvPicPr>
                <p:cNvPr id="18" name="Picture 17">
                  <a:extLst>
                    <a:ext uri="{FF2B5EF4-FFF2-40B4-BE49-F238E27FC236}">
                      <a16:creationId xmlns:a16="http://schemas.microsoft.com/office/drawing/2014/main" id="{70C37AD2-8D19-37BF-7CAB-01493BDC4935}"/>
                    </a:ext>
                  </a:extLst>
                </p:cNvPr>
                <p:cNvPicPr>
                  <a:picLocks noChangeAspect="1"/>
                </p:cNvPicPr>
                <p:nvPr/>
              </p:nvPicPr>
              <p:blipFill>
                <a:blip r:embed="rId3"/>
                <a:srcRect t="35259" r="39447" b="38001"/>
                <a:stretch/>
              </p:blipFill>
              <p:spPr>
                <a:xfrm>
                  <a:off x="6806251" y="2131164"/>
                  <a:ext cx="2576382" cy="1453528"/>
                </a:xfrm>
                <a:prstGeom prst="rect">
                  <a:avLst/>
                </a:prstGeom>
              </p:spPr>
            </p:pic>
            <p:pic>
              <p:nvPicPr>
                <p:cNvPr id="19" name="Picture 18">
                  <a:extLst>
                    <a:ext uri="{FF2B5EF4-FFF2-40B4-BE49-F238E27FC236}">
                      <a16:creationId xmlns:a16="http://schemas.microsoft.com/office/drawing/2014/main" id="{D5B8B0AB-A7A2-249B-6143-1E5F604DD720}"/>
                    </a:ext>
                  </a:extLst>
                </p:cNvPr>
                <p:cNvPicPr>
                  <a:picLocks noChangeAspect="1"/>
                </p:cNvPicPr>
                <p:nvPr/>
              </p:nvPicPr>
              <p:blipFill>
                <a:blip r:embed="rId3"/>
                <a:srcRect t="64428" r="42008" b="1"/>
                <a:stretch/>
              </p:blipFill>
              <p:spPr>
                <a:xfrm>
                  <a:off x="9073118" y="1834403"/>
                  <a:ext cx="2467399" cy="1933609"/>
                </a:xfrm>
                <a:prstGeom prst="rect">
                  <a:avLst/>
                </a:prstGeom>
              </p:spPr>
            </p:pic>
          </p:grpSp>
          <p:sp>
            <p:nvSpPr>
              <p:cNvPr id="21" name="Rectangle 20">
                <a:extLst>
                  <a:ext uri="{FF2B5EF4-FFF2-40B4-BE49-F238E27FC236}">
                    <a16:creationId xmlns:a16="http://schemas.microsoft.com/office/drawing/2014/main" id="{DB73EDD1-5DD2-98F5-B435-856B3818D100}"/>
                  </a:ext>
                </a:extLst>
              </p:cNvPr>
              <p:cNvSpPr/>
              <p:nvPr/>
            </p:nvSpPr>
            <p:spPr>
              <a:xfrm>
                <a:off x="4439920" y="1742134"/>
                <a:ext cx="7142479" cy="206627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pic>
          <p:nvPicPr>
            <p:cNvPr id="8" name="Picture 7">
              <a:extLst>
                <a:ext uri="{FF2B5EF4-FFF2-40B4-BE49-F238E27FC236}">
                  <a16:creationId xmlns:a16="http://schemas.microsoft.com/office/drawing/2014/main" id="{531FAA0C-66FD-8FDA-38F9-C70FC9D8BABC}"/>
                </a:ext>
              </a:extLst>
            </p:cNvPr>
            <p:cNvPicPr>
              <a:picLocks noChangeAspect="1"/>
            </p:cNvPicPr>
            <p:nvPr/>
          </p:nvPicPr>
          <p:blipFill>
            <a:blip r:embed="rId4"/>
            <a:stretch>
              <a:fillRect/>
            </a:stretch>
          </p:blipFill>
          <p:spPr>
            <a:xfrm>
              <a:off x="4673820" y="1275448"/>
              <a:ext cx="4602717" cy="243853"/>
            </a:xfrm>
            <a:prstGeom prst="rect">
              <a:avLst/>
            </a:prstGeom>
            <a:ln>
              <a:noFill/>
            </a:ln>
          </p:spPr>
        </p:pic>
      </p:grpSp>
      <p:grpSp>
        <p:nvGrpSpPr>
          <p:cNvPr id="15" name="Group 14">
            <a:extLst>
              <a:ext uri="{FF2B5EF4-FFF2-40B4-BE49-F238E27FC236}">
                <a16:creationId xmlns:a16="http://schemas.microsoft.com/office/drawing/2014/main" id="{76FFA15D-D6E9-BD17-8046-4CA6CD9A1AB2}"/>
              </a:ext>
            </a:extLst>
          </p:cNvPr>
          <p:cNvGrpSpPr/>
          <p:nvPr/>
        </p:nvGrpSpPr>
        <p:grpSpPr>
          <a:xfrm>
            <a:off x="4712913" y="3269362"/>
            <a:ext cx="3585005" cy="3398759"/>
            <a:chOff x="7997394" y="3539455"/>
            <a:chExt cx="3585005" cy="3398759"/>
          </a:xfrm>
        </p:grpSpPr>
        <p:grpSp>
          <p:nvGrpSpPr>
            <p:cNvPr id="13" name="Group 12">
              <a:extLst>
                <a:ext uri="{FF2B5EF4-FFF2-40B4-BE49-F238E27FC236}">
                  <a16:creationId xmlns:a16="http://schemas.microsoft.com/office/drawing/2014/main" id="{066AE4D0-9BA8-7807-C661-95AD6C755ABB}"/>
                </a:ext>
              </a:extLst>
            </p:cNvPr>
            <p:cNvGrpSpPr/>
            <p:nvPr/>
          </p:nvGrpSpPr>
          <p:grpSpPr>
            <a:xfrm>
              <a:off x="7997396" y="3539455"/>
              <a:ext cx="3585003" cy="3319468"/>
              <a:chOff x="5524203" y="3675234"/>
              <a:chExt cx="3585003" cy="3319468"/>
            </a:xfrm>
          </p:grpSpPr>
          <p:pic>
            <p:nvPicPr>
              <p:cNvPr id="6" name="Picture 5" descr="A screenshot of a computer&#10;&#10;Description automatically generated">
                <a:extLst>
                  <a:ext uri="{FF2B5EF4-FFF2-40B4-BE49-F238E27FC236}">
                    <a16:creationId xmlns:a16="http://schemas.microsoft.com/office/drawing/2014/main" id="{0D27F3B3-13E0-46A6-7E29-88CE5586A163}"/>
                  </a:ext>
                </a:extLst>
              </p:cNvPr>
              <p:cNvPicPr>
                <a:picLocks noChangeAspect="1"/>
              </p:cNvPicPr>
              <p:nvPr/>
            </p:nvPicPr>
            <p:blipFill>
              <a:blip r:embed="rId5">
                <a:extLst>
                  <a:ext uri="{28A0092B-C50C-407E-A947-70E740481C1C}">
                    <a14:useLocalDpi xmlns:a14="http://schemas.microsoft.com/office/drawing/2010/main" val="0"/>
                  </a:ext>
                </a:extLst>
              </a:blip>
              <a:srcRect l="3994" t="14268" r="43883"/>
              <a:stretch/>
            </p:blipFill>
            <p:spPr>
              <a:xfrm>
                <a:off x="5641973" y="4041948"/>
                <a:ext cx="3260569" cy="2952754"/>
              </a:xfrm>
              <a:prstGeom prst="rect">
                <a:avLst/>
              </a:prstGeom>
            </p:spPr>
          </p:pic>
          <p:pic>
            <p:nvPicPr>
              <p:cNvPr id="11" name="Picture 10">
                <a:extLst>
                  <a:ext uri="{FF2B5EF4-FFF2-40B4-BE49-F238E27FC236}">
                    <a16:creationId xmlns:a16="http://schemas.microsoft.com/office/drawing/2014/main" id="{8D97D870-5BB7-312A-25C6-28D8B0D2D8A4}"/>
                  </a:ext>
                </a:extLst>
              </p:cNvPr>
              <p:cNvPicPr>
                <a:picLocks noChangeAspect="1"/>
              </p:cNvPicPr>
              <p:nvPr/>
            </p:nvPicPr>
            <p:blipFill>
              <a:blip r:embed="rId6"/>
              <a:stretch>
                <a:fillRect/>
              </a:stretch>
            </p:blipFill>
            <p:spPr>
              <a:xfrm>
                <a:off x="5524203" y="3675234"/>
                <a:ext cx="3585003" cy="449604"/>
              </a:xfrm>
              <a:prstGeom prst="rect">
                <a:avLst/>
              </a:prstGeom>
            </p:spPr>
          </p:pic>
        </p:grpSp>
        <p:sp>
          <p:nvSpPr>
            <p:cNvPr id="10" name="Rectangle 9">
              <a:extLst>
                <a:ext uri="{FF2B5EF4-FFF2-40B4-BE49-F238E27FC236}">
                  <a16:creationId xmlns:a16="http://schemas.microsoft.com/office/drawing/2014/main" id="{3F9BD17C-5D55-5AB8-70C9-D88FFF66C2BE}"/>
                </a:ext>
              </a:extLst>
            </p:cNvPr>
            <p:cNvSpPr/>
            <p:nvPr/>
          </p:nvSpPr>
          <p:spPr>
            <a:xfrm>
              <a:off x="7997394" y="3539455"/>
              <a:ext cx="3585003" cy="339875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b="1">
                <a:latin typeface="Arial" pitchFamily="34" charset="0"/>
                <a:cs typeface="Arial" pitchFamily="34" charset="0"/>
              </a:endParaRPr>
            </a:p>
          </p:txBody>
        </p:sp>
      </p:grpSp>
      <p:pic>
        <p:nvPicPr>
          <p:cNvPr id="26" name="Picture 25">
            <a:extLst>
              <a:ext uri="{FF2B5EF4-FFF2-40B4-BE49-F238E27FC236}">
                <a16:creationId xmlns:a16="http://schemas.microsoft.com/office/drawing/2014/main" id="{BCB808D0-D286-9B80-C305-7CE7D0C95FA6}"/>
              </a:ext>
            </a:extLst>
          </p:cNvPr>
          <p:cNvPicPr>
            <a:picLocks noChangeAspect="1"/>
          </p:cNvPicPr>
          <p:nvPr/>
        </p:nvPicPr>
        <p:blipFill>
          <a:blip r:embed="rId7"/>
          <a:stretch>
            <a:fillRect/>
          </a:stretch>
        </p:blipFill>
        <p:spPr>
          <a:xfrm>
            <a:off x="8367435" y="3686228"/>
            <a:ext cx="2780952" cy="2552381"/>
          </a:xfrm>
          <a:prstGeom prst="rect">
            <a:avLst/>
          </a:prstGeom>
        </p:spPr>
      </p:pic>
    </p:spTree>
    <p:extLst>
      <p:ext uri="{BB962C8B-B14F-4D97-AF65-F5344CB8AC3E}">
        <p14:creationId xmlns:p14="http://schemas.microsoft.com/office/powerpoint/2010/main" val="3475340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EC98BA6A-64A0-BFEA-86B3-3321C14E719B}"/>
              </a:ext>
            </a:extLst>
          </p:cNvPr>
          <p:cNvSpPr>
            <a:spLocks noGrp="1"/>
          </p:cNvSpPr>
          <p:nvPr>
            <p:ph idx="1"/>
          </p:nvPr>
        </p:nvSpPr>
        <p:spPr/>
        <p:txBody>
          <a:bodyPr/>
          <a:lstStyle/>
          <a:p>
            <a:r>
              <a:rPr lang="en-US" sz="2000"/>
              <a:t>Import antenna data: from measurements or 3</a:t>
            </a:r>
            <a:r>
              <a:rPr lang="en-US" sz="2000" baseline="30000"/>
              <a:t>rd</a:t>
            </a:r>
            <a:r>
              <a:rPr lang="en-US" sz="2000"/>
              <a:t> party EM tools</a:t>
            </a:r>
          </a:p>
          <a:p>
            <a:pPr lvl="1"/>
            <a:r>
              <a:rPr lang="en-US"/>
              <a:t>S-parameters</a:t>
            </a:r>
          </a:p>
          <a:p>
            <a:pPr lvl="1"/>
            <a:r>
              <a:rPr lang="en-US"/>
              <a:t>E-field of (embedded) element</a:t>
            </a:r>
          </a:p>
        </p:txBody>
      </p:sp>
      <p:sp>
        <p:nvSpPr>
          <p:cNvPr id="2" name="Title 1">
            <a:extLst>
              <a:ext uri="{FF2B5EF4-FFF2-40B4-BE49-F238E27FC236}">
                <a16:creationId xmlns:a16="http://schemas.microsoft.com/office/drawing/2014/main" id="{7A0A5D94-A848-BFC2-B1A8-E13E1D9C6765}"/>
              </a:ext>
            </a:extLst>
          </p:cNvPr>
          <p:cNvSpPr>
            <a:spLocks noGrp="1"/>
          </p:cNvSpPr>
          <p:nvPr>
            <p:ph type="title"/>
          </p:nvPr>
        </p:nvSpPr>
        <p:spPr/>
        <p:txBody>
          <a:bodyPr/>
          <a:lstStyle/>
          <a:p>
            <a:r>
              <a:rPr lang="en-US"/>
              <a:t>Using Antenna Data: Introducing the Measured Antenna Object</a:t>
            </a:r>
            <a:endParaRPr lang="LID4096"/>
          </a:p>
        </p:txBody>
      </p:sp>
      <p:pic>
        <p:nvPicPr>
          <p:cNvPr id="7" name="Picture 6">
            <a:extLst>
              <a:ext uri="{FF2B5EF4-FFF2-40B4-BE49-F238E27FC236}">
                <a16:creationId xmlns:a16="http://schemas.microsoft.com/office/drawing/2014/main" id="{59302A1F-7360-1855-466A-89C5E1AC8534}"/>
              </a:ext>
            </a:extLst>
          </p:cNvPr>
          <p:cNvPicPr>
            <a:picLocks noChangeAspect="1"/>
          </p:cNvPicPr>
          <p:nvPr/>
        </p:nvPicPr>
        <p:blipFill>
          <a:blip r:embed="rId3"/>
          <a:stretch>
            <a:fillRect/>
          </a:stretch>
        </p:blipFill>
        <p:spPr>
          <a:xfrm>
            <a:off x="175782" y="2803834"/>
            <a:ext cx="7147102" cy="4054166"/>
          </a:xfrm>
          <a:prstGeom prst="rect">
            <a:avLst/>
          </a:prstGeom>
        </p:spPr>
      </p:pic>
      <p:pic>
        <p:nvPicPr>
          <p:cNvPr id="9" name="Picture 8">
            <a:extLst>
              <a:ext uri="{FF2B5EF4-FFF2-40B4-BE49-F238E27FC236}">
                <a16:creationId xmlns:a16="http://schemas.microsoft.com/office/drawing/2014/main" id="{C206EA5F-FEA2-4AE4-867E-8F7EA6F13EA4}"/>
              </a:ext>
            </a:extLst>
          </p:cNvPr>
          <p:cNvPicPr>
            <a:picLocks noChangeAspect="1"/>
          </p:cNvPicPr>
          <p:nvPr/>
        </p:nvPicPr>
        <p:blipFill>
          <a:blip r:embed="rId4"/>
          <a:stretch>
            <a:fillRect/>
          </a:stretch>
        </p:blipFill>
        <p:spPr>
          <a:xfrm>
            <a:off x="5802263" y="2238048"/>
            <a:ext cx="6256603" cy="1048403"/>
          </a:xfrm>
          <a:prstGeom prst="rect">
            <a:avLst/>
          </a:prstGeom>
        </p:spPr>
      </p:pic>
      <p:pic>
        <p:nvPicPr>
          <p:cNvPr id="12" name="Picture 11">
            <a:extLst>
              <a:ext uri="{FF2B5EF4-FFF2-40B4-BE49-F238E27FC236}">
                <a16:creationId xmlns:a16="http://schemas.microsoft.com/office/drawing/2014/main" id="{026B73B6-89C3-2130-F705-E30DF8B38B1A}"/>
              </a:ext>
            </a:extLst>
          </p:cNvPr>
          <p:cNvPicPr>
            <a:picLocks noChangeAspect="1"/>
          </p:cNvPicPr>
          <p:nvPr/>
        </p:nvPicPr>
        <p:blipFill>
          <a:blip r:embed="rId5"/>
          <a:stretch>
            <a:fillRect/>
          </a:stretch>
        </p:blipFill>
        <p:spPr>
          <a:xfrm>
            <a:off x="9649394" y="3286451"/>
            <a:ext cx="2058515" cy="1853396"/>
          </a:xfrm>
          <a:prstGeom prst="rect">
            <a:avLst/>
          </a:prstGeom>
        </p:spPr>
      </p:pic>
      <p:sp>
        <p:nvSpPr>
          <p:cNvPr id="6" name="TextBox 5">
            <a:extLst>
              <a:ext uri="{FF2B5EF4-FFF2-40B4-BE49-F238E27FC236}">
                <a16:creationId xmlns:a16="http://schemas.microsoft.com/office/drawing/2014/main" id="{7E1BFB33-A3CA-C047-8FA6-BC721DBD9933}"/>
              </a:ext>
            </a:extLst>
          </p:cNvPr>
          <p:cNvSpPr txBox="1"/>
          <p:nvPr/>
        </p:nvSpPr>
        <p:spPr>
          <a:xfrm>
            <a:off x="4598921" y="4568605"/>
            <a:ext cx="4833563" cy="1815882"/>
          </a:xfrm>
          <a:prstGeom prst="rect">
            <a:avLst/>
          </a:prstGeom>
          <a:solidFill>
            <a:schemeClr val="bg1"/>
          </a:solidFill>
          <a:ln>
            <a:solidFill>
              <a:schemeClr val="tx2"/>
            </a:solidFill>
          </a:ln>
        </p:spPr>
        <p:txBody>
          <a:bodyPr wrap="square" rtlCol="0">
            <a:spAutoFit/>
          </a:bodyPr>
          <a:lstStyle/>
          <a:p>
            <a:r>
              <a:rPr lang="en-US" sz="1600" b="1">
                <a:latin typeface="Courier New" panose="02070309020205020404" pitchFamily="49" charset="0"/>
                <a:cs typeface="Courier New" panose="02070309020205020404" pitchFamily="49" charset="0"/>
              </a:rPr>
              <a:t>Direction</a:t>
            </a:r>
            <a:r>
              <a:rPr lang="en-US" sz="1600">
                <a:latin typeface="Arial" pitchFamily="34" charset="0"/>
                <a:cs typeface="Arial" pitchFamily="34" charset="0"/>
              </a:rPr>
              <a:t>: No. of observation points (Px3)</a:t>
            </a:r>
          </a:p>
          <a:p>
            <a:r>
              <a:rPr lang="en-US" sz="1600" b="1" err="1">
                <a:latin typeface="Courier New" panose="02070309020205020404" pitchFamily="49" charset="0"/>
                <a:cs typeface="Courier New" panose="02070309020205020404" pitchFamily="49" charset="0"/>
              </a:rPr>
              <a:t>FieldFrequency</a:t>
            </a:r>
            <a:r>
              <a:rPr lang="en-US" sz="1600">
                <a:latin typeface="Arial" pitchFamily="34" charset="0"/>
                <a:cs typeface="Arial" pitchFamily="34" charset="0"/>
              </a:rPr>
              <a:t>: No. of frequency points (F)</a:t>
            </a:r>
          </a:p>
          <a:p>
            <a:r>
              <a:rPr lang="en-US" sz="1600" b="1" err="1">
                <a:latin typeface="Courier New" panose="02070309020205020404" pitchFamily="49" charset="0"/>
                <a:cs typeface="Courier New" panose="02070309020205020404" pitchFamily="49" charset="0"/>
              </a:rPr>
              <a:t>NumPorts</a:t>
            </a:r>
            <a:r>
              <a:rPr lang="en-US" sz="1600">
                <a:latin typeface="Arial" pitchFamily="34" charset="0"/>
                <a:cs typeface="Arial" pitchFamily="34" charset="0"/>
              </a:rPr>
              <a:t>: Number of feeds (N)</a:t>
            </a:r>
          </a:p>
          <a:p>
            <a:endParaRPr lang="en-US" sz="1600">
              <a:latin typeface="Arial" pitchFamily="34" charset="0"/>
              <a:cs typeface="Arial" pitchFamily="34" charset="0"/>
            </a:endParaRPr>
          </a:p>
          <a:p>
            <a:r>
              <a:rPr lang="en-US" sz="1600" b="1">
                <a:latin typeface="Courier New" panose="02070309020205020404" pitchFamily="49" charset="0"/>
                <a:cs typeface="Courier New" panose="02070309020205020404" pitchFamily="49" charset="0"/>
              </a:rPr>
              <a:t>E</a:t>
            </a:r>
            <a:r>
              <a:rPr lang="en-US" sz="1600">
                <a:latin typeface="Arial" pitchFamily="34" charset="0"/>
                <a:cs typeface="Arial" pitchFamily="34" charset="0"/>
              </a:rPr>
              <a:t>: P x 3 x F</a:t>
            </a:r>
          </a:p>
          <a:p>
            <a:r>
              <a:rPr lang="en-US" sz="1600" b="1" err="1">
                <a:latin typeface="Courier New" panose="02070309020205020404" pitchFamily="49" charset="0"/>
                <a:cs typeface="Courier New" panose="02070309020205020404" pitchFamily="49" charset="0"/>
              </a:rPr>
              <a:t>EmbeddedE</a:t>
            </a:r>
            <a:r>
              <a:rPr lang="en-US" sz="1600">
                <a:latin typeface="Arial" pitchFamily="34" charset="0"/>
                <a:cs typeface="Arial" pitchFamily="34" charset="0"/>
              </a:rPr>
              <a:t>: P x 3 x N x F</a:t>
            </a:r>
          </a:p>
          <a:p>
            <a:r>
              <a:rPr lang="en-US" sz="1600" b="1" err="1">
                <a:latin typeface="Courier New" panose="02070309020205020404" pitchFamily="49" charset="0"/>
                <a:cs typeface="Courier New" panose="02070309020205020404" pitchFamily="49" charset="0"/>
              </a:rPr>
              <a:t>Sparameters</a:t>
            </a:r>
            <a:r>
              <a:rPr lang="en-US" sz="1600">
                <a:latin typeface="Arial" pitchFamily="34" charset="0"/>
                <a:cs typeface="Arial" pitchFamily="34" charset="0"/>
              </a:rPr>
              <a:t>: N-port s-parameters object</a:t>
            </a:r>
          </a:p>
        </p:txBody>
      </p:sp>
    </p:spTree>
    <p:extLst>
      <p:ext uri="{BB962C8B-B14F-4D97-AF65-F5344CB8AC3E}">
        <p14:creationId xmlns:p14="http://schemas.microsoft.com/office/powerpoint/2010/main" val="1755329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3E00C-55CD-CEC5-F686-875364BDA4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9213A9-1A75-D391-B8D7-227805CE0D3C}"/>
              </a:ext>
            </a:extLst>
          </p:cNvPr>
          <p:cNvSpPr>
            <a:spLocks noGrp="1"/>
          </p:cNvSpPr>
          <p:nvPr>
            <p:ph type="title"/>
          </p:nvPr>
        </p:nvSpPr>
        <p:spPr/>
        <p:txBody>
          <a:bodyPr/>
          <a:lstStyle/>
          <a:p>
            <a:r>
              <a:rPr lang="en-US"/>
              <a:t>Antenna Workflows #2: Importing Data with AI</a:t>
            </a:r>
          </a:p>
        </p:txBody>
      </p:sp>
      <p:grpSp>
        <p:nvGrpSpPr>
          <p:cNvPr id="51" name="Group 50">
            <a:extLst>
              <a:ext uri="{FF2B5EF4-FFF2-40B4-BE49-F238E27FC236}">
                <a16:creationId xmlns:a16="http://schemas.microsoft.com/office/drawing/2014/main" id="{FD60AAB2-8D19-F427-5C2A-E4C9E60B672E}"/>
              </a:ext>
            </a:extLst>
          </p:cNvPr>
          <p:cNvGrpSpPr/>
          <p:nvPr/>
        </p:nvGrpSpPr>
        <p:grpSpPr>
          <a:xfrm>
            <a:off x="3246378" y="1625892"/>
            <a:ext cx="6795758" cy="3846780"/>
            <a:chOff x="1022234" y="2043769"/>
            <a:chExt cx="6795758" cy="3846780"/>
          </a:xfrm>
        </p:grpSpPr>
        <p:sp>
          <p:nvSpPr>
            <p:cNvPr id="7" name="Octagon 6">
              <a:extLst>
                <a:ext uri="{FF2B5EF4-FFF2-40B4-BE49-F238E27FC236}">
                  <a16:creationId xmlns:a16="http://schemas.microsoft.com/office/drawing/2014/main" id="{DD8938B1-E3F2-F930-3C45-217B00305C70}"/>
                </a:ext>
              </a:extLst>
            </p:cNvPr>
            <p:cNvSpPr>
              <a:spLocks/>
            </p:cNvSpPr>
            <p:nvPr/>
          </p:nvSpPr>
          <p:spPr>
            <a:xfrm>
              <a:off x="3641758" y="2872906"/>
              <a:ext cx="2194560" cy="2194560"/>
            </a:xfrm>
            <a:prstGeom prst="oct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400">
                  <a:latin typeface="Arial" pitchFamily="34" charset="0"/>
                  <a:cs typeface="Arial" pitchFamily="34" charset="0"/>
                </a:rPr>
                <a:t>Antenna Design</a:t>
              </a:r>
            </a:p>
          </p:txBody>
        </p:sp>
        <p:sp>
          <p:nvSpPr>
            <p:cNvPr id="8" name="Hexagon 7">
              <a:extLst>
                <a:ext uri="{FF2B5EF4-FFF2-40B4-BE49-F238E27FC236}">
                  <a16:creationId xmlns:a16="http://schemas.microsoft.com/office/drawing/2014/main" id="{F16B3BC4-42A5-34CA-4C06-B3D617DF1610}"/>
                </a:ext>
              </a:extLst>
            </p:cNvPr>
            <p:cNvSpPr>
              <a:spLocks/>
            </p:cNvSpPr>
            <p:nvPr/>
          </p:nvSpPr>
          <p:spPr>
            <a:xfrm>
              <a:off x="1022234" y="2066926"/>
              <a:ext cx="1280160" cy="1097280"/>
            </a:xfrm>
            <a:prstGeom prst="hexagon">
              <a:avLst/>
            </a:prstGeom>
            <a:solidFill>
              <a:schemeClr val="tx2"/>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Arial" pitchFamily="34" charset="0"/>
                  <a:cs typeface="Arial" pitchFamily="34" charset="0"/>
                </a:rPr>
                <a:t>Import</a:t>
              </a:r>
            </a:p>
          </p:txBody>
        </p:sp>
        <p:sp>
          <p:nvSpPr>
            <p:cNvPr id="10" name="Hexagon 9">
              <a:extLst>
                <a:ext uri="{FF2B5EF4-FFF2-40B4-BE49-F238E27FC236}">
                  <a16:creationId xmlns:a16="http://schemas.microsoft.com/office/drawing/2014/main" id="{55BFF67A-56A5-81B9-4E74-4A0703CE6C0E}"/>
                </a:ext>
              </a:extLst>
            </p:cNvPr>
            <p:cNvSpPr>
              <a:spLocks/>
            </p:cNvSpPr>
            <p:nvPr/>
          </p:nvSpPr>
          <p:spPr>
            <a:xfrm>
              <a:off x="1022234" y="3404527"/>
              <a:ext cx="1280160" cy="1097280"/>
            </a:xfrm>
            <a:prstGeom prst="hex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Arial" pitchFamily="34" charset="0"/>
                  <a:cs typeface="Arial" pitchFamily="34" charset="0"/>
                </a:rPr>
                <a:t>EM</a:t>
              </a:r>
            </a:p>
          </p:txBody>
        </p:sp>
        <p:sp>
          <p:nvSpPr>
            <p:cNvPr id="11" name="Hexagon 10">
              <a:extLst>
                <a:ext uri="{FF2B5EF4-FFF2-40B4-BE49-F238E27FC236}">
                  <a16:creationId xmlns:a16="http://schemas.microsoft.com/office/drawing/2014/main" id="{7CB83A6A-BA62-D9F3-15AB-3E55A94D0794}"/>
                </a:ext>
              </a:extLst>
            </p:cNvPr>
            <p:cNvSpPr>
              <a:spLocks/>
            </p:cNvSpPr>
            <p:nvPr/>
          </p:nvSpPr>
          <p:spPr>
            <a:xfrm>
              <a:off x="6537832" y="2043769"/>
              <a:ext cx="1280160" cy="1097280"/>
            </a:xfrm>
            <a:prstGeom prst="hexagon">
              <a:avLst>
                <a:gd name="adj" fmla="val 20280"/>
                <a:gd name="vf" fmla="val 11547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a:latin typeface="Arial" pitchFamily="34" charset="0"/>
                  <a:cs typeface="Arial" pitchFamily="34" charset="0"/>
                </a:rPr>
                <a:t>Post</a:t>
              </a:r>
            </a:p>
            <a:p>
              <a:pPr algn="ctr"/>
              <a:r>
                <a:rPr lang="en-US">
                  <a:latin typeface="Arial" pitchFamily="34" charset="0"/>
                  <a:cs typeface="Arial" pitchFamily="34" charset="0"/>
                </a:rPr>
                <a:t>process</a:t>
              </a:r>
            </a:p>
          </p:txBody>
        </p:sp>
        <p:sp>
          <p:nvSpPr>
            <p:cNvPr id="15" name="Hexagon 14">
              <a:extLst>
                <a:ext uri="{FF2B5EF4-FFF2-40B4-BE49-F238E27FC236}">
                  <a16:creationId xmlns:a16="http://schemas.microsoft.com/office/drawing/2014/main" id="{62B98E3A-23DA-0A0F-1F8A-029BA4C3036A}"/>
                </a:ext>
              </a:extLst>
            </p:cNvPr>
            <p:cNvSpPr>
              <a:spLocks/>
            </p:cNvSpPr>
            <p:nvPr/>
          </p:nvSpPr>
          <p:spPr>
            <a:xfrm>
              <a:off x="6537832" y="3418519"/>
              <a:ext cx="1280160" cy="1097280"/>
            </a:xfrm>
            <a:prstGeom prst="hex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a:latin typeface="Arial" pitchFamily="34" charset="0"/>
                  <a:cs typeface="Arial" pitchFamily="34" charset="0"/>
                </a:rPr>
                <a:t>Integrate</a:t>
              </a:r>
            </a:p>
          </p:txBody>
        </p:sp>
        <p:cxnSp>
          <p:nvCxnSpPr>
            <p:cNvPr id="17" name="Straight Arrow Connector 16">
              <a:extLst>
                <a:ext uri="{FF2B5EF4-FFF2-40B4-BE49-F238E27FC236}">
                  <a16:creationId xmlns:a16="http://schemas.microsoft.com/office/drawing/2014/main" id="{96C5C0F5-EF7C-2CA4-0EE0-0FE547B50805}"/>
                </a:ext>
              </a:extLst>
            </p:cNvPr>
            <p:cNvCxnSpPr>
              <a:cxnSpLocks/>
            </p:cNvCxnSpPr>
            <p:nvPr/>
          </p:nvCxnSpPr>
          <p:spPr>
            <a:xfrm>
              <a:off x="2286329" y="2605039"/>
              <a:ext cx="1280160" cy="1005840"/>
            </a:xfrm>
            <a:prstGeom prst="straightConnector1">
              <a:avLst/>
            </a:prstGeom>
            <a:ln w="76200">
              <a:solidFill>
                <a:schemeClr val="accent1"/>
              </a:solidFill>
              <a:tailEnd type="triangle"/>
            </a:ln>
          </p:spPr>
          <p:style>
            <a:lnRef idx="3">
              <a:schemeClr val="accent5"/>
            </a:lnRef>
            <a:fillRef idx="0">
              <a:schemeClr val="accent5"/>
            </a:fillRef>
            <a:effectRef idx="2">
              <a:schemeClr val="accent5"/>
            </a:effectRef>
            <a:fontRef idx="minor">
              <a:schemeClr val="tx1"/>
            </a:fontRef>
          </p:style>
        </p:cxnSp>
        <p:cxnSp>
          <p:nvCxnSpPr>
            <p:cNvPr id="23" name="Straight Arrow Connector 22">
              <a:extLst>
                <a:ext uri="{FF2B5EF4-FFF2-40B4-BE49-F238E27FC236}">
                  <a16:creationId xmlns:a16="http://schemas.microsoft.com/office/drawing/2014/main" id="{A9D88405-4F28-83BC-401B-DCA36B765F45}"/>
                </a:ext>
              </a:extLst>
            </p:cNvPr>
            <p:cNvCxnSpPr>
              <a:cxnSpLocks/>
            </p:cNvCxnSpPr>
            <p:nvPr/>
          </p:nvCxnSpPr>
          <p:spPr>
            <a:xfrm>
              <a:off x="2279342" y="3953167"/>
              <a:ext cx="1280160" cy="0"/>
            </a:xfrm>
            <a:prstGeom prst="straightConnector1">
              <a:avLst/>
            </a:prstGeom>
            <a:ln>
              <a:solidFill>
                <a:schemeClr val="tx2"/>
              </a:solidFill>
              <a:tailEnd type="triangle"/>
            </a:ln>
          </p:spPr>
          <p:style>
            <a:lnRef idx="3">
              <a:schemeClr val="accent5"/>
            </a:lnRef>
            <a:fillRef idx="0">
              <a:schemeClr val="accent5"/>
            </a:fillRef>
            <a:effectRef idx="2">
              <a:schemeClr val="accent5"/>
            </a:effectRef>
            <a:fontRef idx="minor">
              <a:schemeClr val="tx1"/>
            </a:fontRef>
          </p:style>
        </p:cxnSp>
        <p:cxnSp>
          <p:nvCxnSpPr>
            <p:cNvPr id="26" name="Straight Arrow Connector 25">
              <a:extLst>
                <a:ext uri="{FF2B5EF4-FFF2-40B4-BE49-F238E27FC236}">
                  <a16:creationId xmlns:a16="http://schemas.microsoft.com/office/drawing/2014/main" id="{E5EEB840-0E73-88F4-99B8-A78057BA1079}"/>
                </a:ext>
              </a:extLst>
            </p:cNvPr>
            <p:cNvCxnSpPr>
              <a:cxnSpLocks/>
            </p:cNvCxnSpPr>
            <p:nvPr/>
          </p:nvCxnSpPr>
          <p:spPr>
            <a:xfrm flipV="1">
              <a:off x="5475168" y="2885374"/>
              <a:ext cx="1188720" cy="274320"/>
            </a:xfrm>
            <a:prstGeom prst="straightConnector1">
              <a:avLst/>
            </a:prstGeom>
            <a:ln>
              <a:solidFill>
                <a:schemeClr val="tx2"/>
              </a:solidFill>
              <a:tailEnd type="triangle"/>
            </a:ln>
          </p:spPr>
          <p:style>
            <a:lnRef idx="3">
              <a:schemeClr val="accent5"/>
            </a:lnRef>
            <a:fillRef idx="0">
              <a:schemeClr val="accent5"/>
            </a:fillRef>
            <a:effectRef idx="2">
              <a:schemeClr val="accent5"/>
            </a:effectRef>
            <a:fontRef idx="minor">
              <a:schemeClr val="tx1"/>
            </a:fontRef>
          </p:style>
        </p:cxnSp>
        <p:cxnSp>
          <p:nvCxnSpPr>
            <p:cNvPr id="33" name="Straight Arrow Connector 32">
              <a:extLst>
                <a:ext uri="{FF2B5EF4-FFF2-40B4-BE49-F238E27FC236}">
                  <a16:creationId xmlns:a16="http://schemas.microsoft.com/office/drawing/2014/main" id="{91884CF5-3D4C-0C29-E355-456CFD4DEA46}"/>
                </a:ext>
              </a:extLst>
            </p:cNvPr>
            <p:cNvCxnSpPr>
              <a:cxnSpLocks/>
            </p:cNvCxnSpPr>
            <p:nvPr/>
          </p:nvCxnSpPr>
          <p:spPr>
            <a:xfrm>
              <a:off x="5836318" y="3955068"/>
              <a:ext cx="640080" cy="0"/>
            </a:xfrm>
            <a:prstGeom prst="straightConnector1">
              <a:avLst/>
            </a:prstGeom>
            <a:ln>
              <a:solidFill>
                <a:schemeClr val="tx2"/>
              </a:solidFill>
              <a:tailEnd type="triangle"/>
            </a:ln>
          </p:spPr>
          <p:style>
            <a:lnRef idx="3">
              <a:schemeClr val="accent5"/>
            </a:lnRef>
            <a:fillRef idx="0">
              <a:schemeClr val="accent5"/>
            </a:fillRef>
            <a:effectRef idx="2">
              <a:schemeClr val="accent5"/>
            </a:effectRef>
            <a:fontRef idx="minor">
              <a:schemeClr val="tx1"/>
            </a:fontRef>
          </p:style>
        </p:cxnSp>
        <p:sp>
          <p:nvSpPr>
            <p:cNvPr id="48" name="Hexagon 47">
              <a:extLst>
                <a:ext uri="{FF2B5EF4-FFF2-40B4-BE49-F238E27FC236}">
                  <a16:creationId xmlns:a16="http://schemas.microsoft.com/office/drawing/2014/main" id="{62CF0A0F-3005-2565-1E3C-BEC33EC815EE}"/>
                </a:ext>
              </a:extLst>
            </p:cNvPr>
            <p:cNvSpPr>
              <a:spLocks/>
            </p:cNvSpPr>
            <p:nvPr/>
          </p:nvSpPr>
          <p:spPr>
            <a:xfrm>
              <a:off x="6537832" y="4793269"/>
              <a:ext cx="1280160" cy="1097280"/>
            </a:xfrm>
            <a:prstGeom prst="hexagon">
              <a:avLst>
                <a:gd name="adj" fmla="val 20280"/>
                <a:gd name="vf" fmla="val 11547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a:latin typeface="Arial" pitchFamily="34" charset="0"/>
                  <a:cs typeface="Arial" pitchFamily="34" charset="0"/>
                </a:rPr>
                <a:t>Export</a:t>
              </a:r>
            </a:p>
          </p:txBody>
        </p:sp>
        <p:cxnSp>
          <p:nvCxnSpPr>
            <p:cNvPr id="28" name="Straight Arrow Connector 27">
              <a:extLst>
                <a:ext uri="{FF2B5EF4-FFF2-40B4-BE49-F238E27FC236}">
                  <a16:creationId xmlns:a16="http://schemas.microsoft.com/office/drawing/2014/main" id="{1562AB7D-C6E9-96EB-A4FA-12D043E02E4F}"/>
                </a:ext>
              </a:extLst>
            </p:cNvPr>
            <p:cNvCxnSpPr>
              <a:cxnSpLocks/>
            </p:cNvCxnSpPr>
            <p:nvPr/>
          </p:nvCxnSpPr>
          <p:spPr>
            <a:xfrm>
              <a:off x="5498309" y="4731797"/>
              <a:ext cx="1188720" cy="274320"/>
            </a:xfrm>
            <a:prstGeom prst="straightConnector1">
              <a:avLst/>
            </a:prstGeom>
            <a:ln>
              <a:solidFill>
                <a:schemeClr val="tx2"/>
              </a:solidFill>
              <a:tailEnd type="triangle"/>
            </a:ln>
          </p:spPr>
          <p:style>
            <a:lnRef idx="3">
              <a:schemeClr val="accent5"/>
            </a:lnRef>
            <a:fillRef idx="0">
              <a:schemeClr val="accent5"/>
            </a:fillRef>
            <a:effectRef idx="2">
              <a:schemeClr val="accent5"/>
            </a:effectRef>
            <a:fontRef idx="minor">
              <a:schemeClr val="tx1"/>
            </a:fontRef>
          </p:style>
        </p:cxnSp>
      </p:grpSp>
      <p:pic>
        <p:nvPicPr>
          <p:cNvPr id="3" name="Picture 2">
            <a:extLst>
              <a:ext uri="{FF2B5EF4-FFF2-40B4-BE49-F238E27FC236}">
                <a16:creationId xmlns:a16="http://schemas.microsoft.com/office/drawing/2014/main" id="{F3E608D8-51BF-4E7C-4903-054BAD796AC9}"/>
              </a:ext>
            </a:extLst>
          </p:cNvPr>
          <p:cNvPicPr>
            <a:picLocks noChangeAspect="1"/>
          </p:cNvPicPr>
          <p:nvPr/>
        </p:nvPicPr>
        <p:blipFill>
          <a:blip r:embed="rId3"/>
          <a:srcRect r="75560"/>
          <a:stretch/>
        </p:blipFill>
        <p:spPr>
          <a:xfrm>
            <a:off x="6545405" y="3975406"/>
            <a:ext cx="698955" cy="612834"/>
          </a:xfrm>
          <a:prstGeom prst="rect">
            <a:avLst/>
          </a:prstGeom>
        </p:spPr>
      </p:pic>
      <p:sp>
        <p:nvSpPr>
          <p:cNvPr id="4" name="Rectangle 3">
            <a:extLst>
              <a:ext uri="{FF2B5EF4-FFF2-40B4-BE49-F238E27FC236}">
                <a16:creationId xmlns:a16="http://schemas.microsoft.com/office/drawing/2014/main" id="{58809509-680E-AA52-4DD9-DD94BFE65BDE}"/>
              </a:ext>
            </a:extLst>
          </p:cNvPr>
          <p:cNvSpPr/>
          <p:nvPr/>
        </p:nvSpPr>
        <p:spPr>
          <a:xfrm rot="2295550">
            <a:off x="4945167" y="1935926"/>
            <a:ext cx="877163" cy="923330"/>
          </a:xfrm>
          <a:prstGeom prst="rect">
            <a:avLst/>
          </a:prstGeom>
          <a:noFill/>
        </p:spPr>
        <p:txBody>
          <a:bodyPr wrap="none" lIns="91440" tIns="45720" rIns="91440" bIns="45720">
            <a:spAutoFit/>
          </a:bodyPr>
          <a:lstStyle/>
          <a:p>
            <a:pPr algn="ctr"/>
            <a:r>
              <a:rPr lang="en-US" sz="5400" b="1" cap="none" spc="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AI</a:t>
            </a:r>
          </a:p>
        </p:txBody>
      </p:sp>
      <p:sp>
        <p:nvSpPr>
          <p:cNvPr id="9" name="Content Placeholder 2">
            <a:extLst>
              <a:ext uri="{FF2B5EF4-FFF2-40B4-BE49-F238E27FC236}">
                <a16:creationId xmlns:a16="http://schemas.microsoft.com/office/drawing/2014/main" id="{A702D1C2-735C-C7C3-939D-579527A88DFA}"/>
              </a:ext>
            </a:extLst>
          </p:cNvPr>
          <p:cNvSpPr>
            <a:spLocks noGrp="1"/>
          </p:cNvSpPr>
          <p:nvPr>
            <p:ph idx="1"/>
          </p:nvPr>
        </p:nvSpPr>
        <p:spPr>
          <a:xfrm>
            <a:off x="609601" y="4991876"/>
            <a:ext cx="10769600" cy="1256523"/>
          </a:xfrm>
        </p:spPr>
        <p:txBody>
          <a:bodyPr/>
          <a:lstStyle/>
          <a:p>
            <a:endParaRPr lang="en-US" sz="2000"/>
          </a:p>
          <a:p>
            <a:r>
              <a:rPr lang="en-US" sz="2000"/>
              <a:t>Do you have access to partial antenna data?</a:t>
            </a:r>
          </a:p>
          <a:p>
            <a:r>
              <a:rPr lang="en-US" sz="2000"/>
              <a:t>Do you need to integrate antennas at the system-level?</a:t>
            </a:r>
          </a:p>
          <a:p>
            <a:r>
              <a:rPr lang="en-US" sz="2000"/>
              <a:t>Do you need to speed up antenna measurements?</a:t>
            </a:r>
            <a:endParaRPr lang="LID4096" sz="2000"/>
          </a:p>
        </p:txBody>
      </p:sp>
    </p:spTree>
    <p:extLst>
      <p:ext uri="{BB962C8B-B14F-4D97-AF65-F5344CB8AC3E}">
        <p14:creationId xmlns:p14="http://schemas.microsoft.com/office/powerpoint/2010/main" val="3476524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8D6CA-B80D-4DD7-D4F3-8B3C31E7C0EE}"/>
              </a:ext>
            </a:extLst>
          </p:cNvPr>
          <p:cNvSpPr>
            <a:spLocks noGrp="1"/>
          </p:cNvSpPr>
          <p:nvPr>
            <p:ph type="title"/>
          </p:nvPr>
        </p:nvSpPr>
        <p:spPr>
          <a:xfrm>
            <a:off x="609602" y="457200"/>
            <a:ext cx="11254546" cy="990600"/>
          </a:xfrm>
        </p:spPr>
        <p:txBody>
          <a:bodyPr/>
          <a:lstStyle/>
          <a:p>
            <a:r>
              <a:rPr lang="en-US"/>
              <a:t>What if my Pattern is not Complete? </a:t>
            </a:r>
            <a:br>
              <a:rPr lang="en-US"/>
            </a:br>
            <a:br>
              <a:rPr lang="en-US"/>
            </a:br>
            <a:r>
              <a:rPr lang="en-US"/>
              <a:t>		    </a:t>
            </a:r>
            <a:r>
              <a:rPr lang="en-US" sz="2800" i="1">
                <a:latin typeface="Arial"/>
                <a:cs typeface="Arial"/>
              </a:rPr>
              <a:t>Can you reconstruct the full (3D) pattern?</a:t>
            </a:r>
            <a:endParaRPr lang="en-US"/>
          </a:p>
        </p:txBody>
      </p:sp>
      <p:pic>
        <p:nvPicPr>
          <p:cNvPr id="10" name="Content Placeholder 4">
            <a:extLst>
              <a:ext uri="{FF2B5EF4-FFF2-40B4-BE49-F238E27FC236}">
                <a16:creationId xmlns:a16="http://schemas.microsoft.com/office/drawing/2014/main" id="{7D7678CE-FDCC-3CA5-0E36-184917C4E872}"/>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15768" r="17931" b="5606"/>
          <a:stretch/>
        </p:blipFill>
        <p:spPr>
          <a:xfrm>
            <a:off x="1455735" y="2154731"/>
            <a:ext cx="4133237" cy="4413425"/>
          </a:xfrm>
          <a:prstGeom prst="rect">
            <a:avLst/>
          </a:prstGeom>
        </p:spPr>
      </p:pic>
      <p:pic>
        <p:nvPicPr>
          <p:cNvPr id="11" name="Graphic 10">
            <a:extLst>
              <a:ext uri="{FF2B5EF4-FFF2-40B4-BE49-F238E27FC236}">
                <a16:creationId xmlns:a16="http://schemas.microsoft.com/office/drawing/2014/main" id="{85816648-0DAB-BDFF-252C-E8DB779F2664}"/>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l="15366" r="18332" b="5606"/>
          <a:stretch/>
        </p:blipFill>
        <p:spPr>
          <a:xfrm>
            <a:off x="6349574" y="2154732"/>
            <a:ext cx="4133298" cy="4413424"/>
          </a:xfrm>
          <a:prstGeom prst="rect">
            <a:avLst/>
          </a:prstGeom>
        </p:spPr>
      </p:pic>
    </p:spTree>
    <p:extLst>
      <p:ext uri="{BB962C8B-B14F-4D97-AF65-F5344CB8AC3E}">
        <p14:creationId xmlns:p14="http://schemas.microsoft.com/office/powerpoint/2010/main" val="2381556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11088-5FDC-E6FD-3C52-FE4E3D6C6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CEF97E-7E6A-B848-073B-233E7966A4BC}"/>
              </a:ext>
            </a:extLst>
          </p:cNvPr>
          <p:cNvSpPr>
            <a:spLocks noGrp="1"/>
          </p:cNvSpPr>
          <p:nvPr>
            <p:ph type="title"/>
          </p:nvPr>
        </p:nvSpPr>
        <p:spPr/>
        <p:txBody>
          <a:bodyPr/>
          <a:lstStyle/>
          <a:p>
            <a:r>
              <a:rPr lang="en-US"/>
              <a:t>What if my Pattern is not Complete? </a:t>
            </a:r>
          </a:p>
        </p:txBody>
      </p:sp>
      <p:sp>
        <p:nvSpPr>
          <p:cNvPr id="3" name="Content Placeholder 2">
            <a:extLst>
              <a:ext uri="{FF2B5EF4-FFF2-40B4-BE49-F238E27FC236}">
                <a16:creationId xmlns:a16="http://schemas.microsoft.com/office/drawing/2014/main" id="{72D0DE1A-A202-4167-8F4C-6F9F30727967}"/>
              </a:ext>
            </a:extLst>
          </p:cNvPr>
          <p:cNvSpPr>
            <a:spLocks noGrp="1"/>
          </p:cNvSpPr>
          <p:nvPr>
            <p:ph idx="1"/>
          </p:nvPr>
        </p:nvSpPr>
        <p:spPr>
          <a:xfrm>
            <a:off x="609601" y="1600200"/>
            <a:ext cx="11508120" cy="4648200"/>
          </a:xfrm>
        </p:spPr>
        <p:txBody>
          <a:bodyPr/>
          <a:lstStyle/>
          <a:p>
            <a:r>
              <a:rPr lang="en-US" sz="2000"/>
              <a:t>Motivation for reconstructing 3D radiation patterns:</a:t>
            </a:r>
          </a:p>
          <a:p>
            <a:pPr lvl="1"/>
            <a:r>
              <a:rPr lang="en-US"/>
              <a:t>Enable system designers working with antenna datasheets (partial data)</a:t>
            </a:r>
          </a:p>
          <a:p>
            <a:pPr lvl="1"/>
            <a:r>
              <a:rPr lang="en-US"/>
              <a:t>Reduce the number of measurement samples </a:t>
            </a:r>
          </a:p>
          <a:p>
            <a:endParaRPr lang="en-US" b="1">
              <a:latin typeface="Courier New" panose="02070309020205020404" pitchFamily="49" charset="0"/>
              <a:cs typeface="Courier New" panose="02070309020205020404" pitchFamily="49" charset="0"/>
            </a:endParaRPr>
          </a:p>
        </p:txBody>
      </p:sp>
      <p:sp>
        <p:nvSpPr>
          <p:cNvPr id="16" name="Arrow: Bent-Up 15">
            <a:extLst>
              <a:ext uri="{FF2B5EF4-FFF2-40B4-BE49-F238E27FC236}">
                <a16:creationId xmlns:a16="http://schemas.microsoft.com/office/drawing/2014/main" id="{B2074BE4-58A6-E9A4-28DE-018F01E4C0B4}"/>
              </a:ext>
            </a:extLst>
          </p:cNvPr>
          <p:cNvSpPr/>
          <p:nvPr/>
        </p:nvSpPr>
        <p:spPr>
          <a:xfrm rot="10800000" flipH="1">
            <a:off x="3396934" y="3542729"/>
            <a:ext cx="1505130" cy="738777"/>
          </a:xfrm>
          <a:prstGeom prst="ben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b="1">
              <a:latin typeface="Arial" pitchFamily="34" charset="0"/>
              <a:cs typeface="Arial" pitchFamily="34" charset="0"/>
            </a:endParaRPr>
          </a:p>
        </p:txBody>
      </p:sp>
      <p:sp>
        <p:nvSpPr>
          <p:cNvPr id="18" name="Arrow: Bent-Up 17">
            <a:extLst>
              <a:ext uri="{FF2B5EF4-FFF2-40B4-BE49-F238E27FC236}">
                <a16:creationId xmlns:a16="http://schemas.microsoft.com/office/drawing/2014/main" id="{E142F0A7-A006-A284-6641-18B61562B3CE}"/>
              </a:ext>
            </a:extLst>
          </p:cNvPr>
          <p:cNvSpPr/>
          <p:nvPr/>
        </p:nvSpPr>
        <p:spPr>
          <a:xfrm rot="10800000" flipH="1" flipV="1">
            <a:off x="3391854" y="5113083"/>
            <a:ext cx="1515291" cy="738777"/>
          </a:xfrm>
          <a:prstGeom prst="ben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b="1">
              <a:latin typeface="Arial" pitchFamily="34" charset="0"/>
              <a:cs typeface="Arial" pitchFamily="34" charset="0"/>
            </a:endParaRPr>
          </a:p>
        </p:txBody>
      </p:sp>
      <p:pic>
        <p:nvPicPr>
          <p:cNvPr id="11" name="Graphic 8">
            <a:extLst>
              <a:ext uri="{FF2B5EF4-FFF2-40B4-BE49-F238E27FC236}">
                <a16:creationId xmlns:a16="http://schemas.microsoft.com/office/drawing/2014/main" id="{FF81D380-4F1D-2E00-A5F3-9D977B24EA17}"/>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343" t="18762" r="27865" b="24956"/>
          <a:stretch/>
        </p:blipFill>
        <p:spPr>
          <a:xfrm>
            <a:off x="6552032" y="2774971"/>
            <a:ext cx="5117454" cy="3575029"/>
          </a:xfrm>
          <a:prstGeom prst="rect">
            <a:avLst/>
          </a:prstGeom>
        </p:spPr>
      </p:pic>
      <p:sp>
        <p:nvSpPr>
          <p:cNvPr id="20" name="Arrow: Right 19">
            <a:extLst>
              <a:ext uri="{FF2B5EF4-FFF2-40B4-BE49-F238E27FC236}">
                <a16:creationId xmlns:a16="http://schemas.microsoft.com/office/drawing/2014/main" id="{FE0F5FAD-27EE-5CB3-C9B9-C215F31D334A}"/>
              </a:ext>
            </a:extLst>
          </p:cNvPr>
          <p:cNvSpPr/>
          <p:nvPr/>
        </p:nvSpPr>
        <p:spPr>
          <a:xfrm>
            <a:off x="5181088" y="4458298"/>
            <a:ext cx="2869951" cy="48463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b="1">
              <a:latin typeface="Arial" pitchFamily="34" charset="0"/>
              <a:cs typeface="Arial" pitchFamily="34" charset="0"/>
            </a:endParaRPr>
          </a:p>
        </p:txBody>
      </p:sp>
      <p:sp>
        <p:nvSpPr>
          <p:cNvPr id="22" name="TextBox 21">
            <a:extLst>
              <a:ext uri="{FF2B5EF4-FFF2-40B4-BE49-F238E27FC236}">
                <a16:creationId xmlns:a16="http://schemas.microsoft.com/office/drawing/2014/main" id="{C32DCAA1-3D1B-18FD-D8CB-F10699AD8A62}"/>
              </a:ext>
            </a:extLst>
          </p:cNvPr>
          <p:cNvSpPr txBox="1"/>
          <p:nvPr/>
        </p:nvSpPr>
        <p:spPr>
          <a:xfrm>
            <a:off x="4483179" y="4346671"/>
            <a:ext cx="863148" cy="707886"/>
          </a:xfrm>
          <a:prstGeom prst="rect">
            <a:avLst/>
          </a:prstGeom>
          <a:noFill/>
        </p:spPr>
        <p:txBody>
          <a:bodyPr wrap="square" rtlCol="0">
            <a:spAutoFit/>
          </a:bodyPr>
          <a:lstStyle/>
          <a:p>
            <a:r>
              <a:rPr lang="en-US" sz="4000">
                <a:solidFill>
                  <a:schemeClr val="accent1"/>
                </a:solidFill>
                <a:latin typeface="Arial" pitchFamily="34" charset="0"/>
                <a:cs typeface="Arial" pitchFamily="34" charset="0"/>
              </a:rPr>
              <a:t>?</a:t>
            </a:r>
            <a:endParaRPr lang="LID4096" sz="4000">
              <a:solidFill>
                <a:schemeClr val="accent1"/>
              </a:solidFill>
              <a:latin typeface="Arial" pitchFamily="34" charset="0"/>
              <a:cs typeface="Arial" pitchFamily="34" charset="0"/>
            </a:endParaRPr>
          </a:p>
        </p:txBody>
      </p:sp>
      <p:pic>
        <p:nvPicPr>
          <p:cNvPr id="5" name="Content Placeholder 4">
            <a:extLst>
              <a:ext uri="{FF2B5EF4-FFF2-40B4-BE49-F238E27FC236}">
                <a16:creationId xmlns:a16="http://schemas.microsoft.com/office/drawing/2014/main" id="{3B57E0A3-C37F-3BAB-649B-3E3CC4BD4803}"/>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l="15768" r="17931" b="5606"/>
          <a:stretch/>
        </p:blipFill>
        <p:spPr>
          <a:xfrm>
            <a:off x="1397678" y="2706274"/>
            <a:ext cx="1774667" cy="1996796"/>
          </a:xfrm>
          <a:prstGeom prst="rect">
            <a:avLst/>
          </a:prstGeom>
        </p:spPr>
      </p:pic>
      <p:pic>
        <p:nvPicPr>
          <p:cNvPr id="7" name="Graphic 6">
            <a:extLst>
              <a:ext uri="{FF2B5EF4-FFF2-40B4-BE49-F238E27FC236}">
                <a16:creationId xmlns:a16="http://schemas.microsoft.com/office/drawing/2014/main" id="{A39A8599-E9DD-ABA1-EAF8-522085A63B75}"/>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l="15366" r="18332" b="5606"/>
          <a:stretch/>
        </p:blipFill>
        <p:spPr>
          <a:xfrm>
            <a:off x="1349403" y="4839875"/>
            <a:ext cx="1861812" cy="1985184"/>
          </a:xfrm>
          <a:prstGeom prst="rect">
            <a:avLst/>
          </a:prstGeom>
        </p:spPr>
      </p:pic>
    </p:spTree>
    <p:extLst>
      <p:ext uri="{BB962C8B-B14F-4D97-AF65-F5344CB8AC3E}">
        <p14:creationId xmlns:p14="http://schemas.microsoft.com/office/powerpoint/2010/main" val="2895114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484FD-C182-D670-E0D8-AC25DCCA76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39FEF3-0135-D346-0C75-7F6E38B6CE0E}"/>
              </a:ext>
            </a:extLst>
          </p:cNvPr>
          <p:cNvSpPr>
            <a:spLocks noGrp="1"/>
          </p:cNvSpPr>
          <p:nvPr>
            <p:ph type="title"/>
          </p:nvPr>
        </p:nvSpPr>
        <p:spPr/>
        <p:txBody>
          <a:bodyPr/>
          <a:lstStyle/>
          <a:p>
            <a:r>
              <a:rPr lang="en-US"/>
              <a:t>What if my Pattern is not Complete? 3D Pattern Reconstruction</a:t>
            </a:r>
          </a:p>
        </p:txBody>
      </p:sp>
      <p:sp>
        <p:nvSpPr>
          <p:cNvPr id="3" name="Content Placeholder 2">
            <a:extLst>
              <a:ext uri="{FF2B5EF4-FFF2-40B4-BE49-F238E27FC236}">
                <a16:creationId xmlns:a16="http://schemas.microsoft.com/office/drawing/2014/main" id="{115B1109-F545-58EF-70C6-6FCB7EB6CE23}"/>
              </a:ext>
            </a:extLst>
          </p:cNvPr>
          <p:cNvSpPr>
            <a:spLocks noGrp="1"/>
          </p:cNvSpPr>
          <p:nvPr>
            <p:ph idx="1"/>
          </p:nvPr>
        </p:nvSpPr>
        <p:spPr>
          <a:xfrm>
            <a:off x="609601" y="1600200"/>
            <a:ext cx="11508120" cy="4648200"/>
          </a:xfrm>
        </p:spPr>
        <p:txBody>
          <a:bodyPr/>
          <a:lstStyle/>
          <a:p>
            <a:r>
              <a:rPr lang="en-US" sz="2000"/>
              <a:t>Reconstruct patterns starting from 2 (orthogonal) slices:</a:t>
            </a:r>
          </a:p>
          <a:p>
            <a:pPr lvl="1"/>
            <a:r>
              <a:rPr lang="en-US"/>
              <a:t>Analytical methods: </a:t>
            </a:r>
            <a:r>
              <a:rPr lang="en-US" b="1" err="1">
                <a:latin typeface="Courier New" panose="02070309020205020404" pitchFamily="49" charset="0"/>
                <a:cs typeface="Courier New" panose="02070309020205020404" pitchFamily="49" charset="0"/>
              </a:rPr>
              <a:t>patternFromSlices</a:t>
            </a:r>
            <a:endParaRPr lang="en-US" b="1">
              <a:latin typeface="Courier New" panose="02070309020205020404" pitchFamily="49" charset="0"/>
              <a:cs typeface="Courier New" panose="02070309020205020404" pitchFamily="49" charset="0"/>
            </a:endParaRPr>
          </a:p>
          <a:p>
            <a:pPr lvl="1"/>
            <a:r>
              <a:rPr lang="en-US"/>
              <a:t>Deep learning based prediction: </a:t>
            </a:r>
            <a:r>
              <a:rPr lang="en-US" b="1" err="1">
                <a:latin typeface="Courier New" panose="02070309020205020404" pitchFamily="49" charset="0"/>
                <a:cs typeface="Courier New" panose="02070309020205020404" pitchFamily="49" charset="0"/>
              </a:rPr>
              <a:t>patternFromAI</a:t>
            </a:r>
            <a:endParaRPr lang="en-US" b="1">
              <a:latin typeface="Courier New" panose="02070309020205020404" pitchFamily="49" charset="0"/>
              <a:cs typeface="Courier New" panose="02070309020205020404" pitchFamily="49" charset="0"/>
            </a:endParaRPr>
          </a:p>
        </p:txBody>
      </p:sp>
      <p:sp>
        <p:nvSpPr>
          <p:cNvPr id="7" name="RS_Classification">
            <a:extLst>
              <a:ext uri="{FF2B5EF4-FFF2-40B4-BE49-F238E27FC236}">
                <a16:creationId xmlns:a16="http://schemas.microsoft.com/office/drawing/2014/main" id="{BD98A121-9CC7-9AF4-35FD-E6E964789175}"/>
              </a:ext>
            </a:extLst>
          </p:cNvPr>
          <p:cNvSpPr txBox="1"/>
          <p:nvPr/>
        </p:nvSpPr>
        <p:spPr>
          <a:xfrm>
            <a:off x="11993228" y="6289521"/>
            <a:ext cx="198772" cy="212879"/>
          </a:xfrm>
          <a:prstGeom prst="rect">
            <a:avLst/>
          </a:prstGeom>
          <a:solidFill>
            <a:srgbClr val="FFFFFF">
              <a:alpha val="0"/>
            </a:srgbClr>
          </a:solidFill>
        </p:spPr>
        <p:txBody>
          <a:bodyPr vert="horz" wrap="none" lIns="76200" tIns="36830" rIns="76200" bIns="36830" rtlCol="0" anchor="ctr">
            <a:spAutoFit/>
          </a:bodyPr>
          <a:lstStyle/>
          <a:p>
            <a:r>
              <a:rPr lang="en-US" sz="900" b="1" kern="900" spc="100">
                <a:latin typeface="Arial" pitchFamily="34" charset="0"/>
                <a:cs typeface="Arial" pitchFamily="34" charset="0"/>
              </a:rPr>
              <a:t> </a:t>
            </a:r>
          </a:p>
        </p:txBody>
      </p:sp>
      <p:pic>
        <p:nvPicPr>
          <p:cNvPr id="13" name="Graphic 10">
            <a:extLst>
              <a:ext uri="{FF2B5EF4-FFF2-40B4-BE49-F238E27FC236}">
                <a16:creationId xmlns:a16="http://schemas.microsoft.com/office/drawing/2014/main" id="{931C8F71-9D9C-27F7-72D9-B51528CA07D8}"/>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576" t="18762" r="26919" b="24489"/>
          <a:stretch/>
        </p:blipFill>
        <p:spPr>
          <a:xfrm>
            <a:off x="6582299" y="2737673"/>
            <a:ext cx="5166528" cy="3654912"/>
          </a:xfrm>
          <a:prstGeom prst="rect">
            <a:avLst/>
          </a:prstGeom>
        </p:spPr>
      </p:pic>
      <p:sp>
        <p:nvSpPr>
          <p:cNvPr id="4" name="TextBox 3">
            <a:extLst>
              <a:ext uri="{FF2B5EF4-FFF2-40B4-BE49-F238E27FC236}">
                <a16:creationId xmlns:a16="http://schemas.microsoft.com/office/drawing/2014/main" id="{B99616A8-FA27-D323-5131-6655EA093AF0}"/>
              </a:ext>
            </a:extLst>
          </p:cNvPr>
          <p:cNvSpPr txBox="1"/>
          <p:nvPr/>
        </p:nvSpPr>
        <p:spPr>
          <a:xfrm>
            <a:off x="3178628" y="6244771"/>
            <a:ext cx="720634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hlinkClick r:id="rId4"/>
              </a:rPr>
              <a:t>https://www.mathworks.com/help/antenna/ref/patternfromai.html</a:t>
            </a:r>
            <a:endParaRPr lang="en-US"/>
          </a:p>
          <a:p>
            <a:r>
              <a:rPr lang="en-US" dirty="0">
                <a:ea typeface="+mn-lt"/>
                <a:cs typeface="+mn-lt"/>
                <a:hlinkClick r:id="rId5"/>
              </a:rPr>
              <a:t>https://www.mathworks.com/help/antenna/ref/patternfromslices.html</a:t>
            </a:r>
            <a:endParaRPr lang="en-US" dirty="0">
              <a:cs typeface="Arial"/>
            </a:endParaRPr>
          </a:p>
        </p:txBody>
      </p:sp>
      <p:sp>
        <p:nvSpPr>
          <p:cNvPr id="16" name="Arrow: Bent-Up 15">
            <a:extLst>
              <a:ext uri="{FF2B5EF4-FFF2-40B4-BE49-F238E27FC236}">
                <a16:creationId xmlns:a16="http://schemas.microsoft.com/office/drawing/2014/main" id="{669411D8-746A-42C6-19AA-FE4996482030}"/>
              </a:ext>
            </a:extLst>
          </p:cNvPr>
          <p:cNvSpPr/>
          <p:nvPr/>
        </p:nvSpPr>
        <p:spPr>
          <a:xfrm rot="10800000" flipH="1">
            <a:off x="3396934" y="3542729"/>
            <a:ext cx="1505130" cy="738777"/>
          </a:xfrm>
          <a:prstGeom prst="ben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b="1">
              <a:latin typeface="Arial" pitchFamily="34" charset="0"/>
              <a:cs typeface="Arial" pitchFamily="34" charset="0"/>
            </a:endParaRPr>
          </a:p>
        </p:txBody>
      </p:sp>
      <p:sp>
        <p:nvSpPr>
          <p:cNvPr id="18" name="Arrow: Bent-Up 17">
            <a:extLst>
              <a:ext uri="{FF2B5EF4-FFF2-40B4-BE49-F238E27FC236}">
                <a16:creationId xmlns:a16="http://schemas.microsoft.com/office/drawing/2014/main" id="{27905C1F-9245-84F1-51F7-2D407701AB95}"/>
              </a:ext>
            </a:extLst>
          </p:cNvPr>
          <p:cNvSpPr/>
          <p:nvPr/>
        </p:nvSpPr>
        <p:spPr>
          <a:xfrm rot="10800000" flipH="1" flipV="1">
            <a:off x="3391854" y="5113083"/>
            <a:ext cx="1515291" cy="738777"/>
          </a:xfrm>
          <a:prstGeom prst="ben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b="1">
              <a:latin typeface="Arial" pitchFamily="34" charset="0"/>
              <a:cs typeface="Arial" pitchFamily="34" charset="0"/>
            </a:endParaRPr>
          </a:p>
        </p:txBody>
      </p:sp>
      <p:sp>
        <p:nvSpPr>
          <p:cNvPr id="20" name="Arrow: Right 19">
            <a:extLst>
              <a:ext uri="{FF2B5EF4-FFF2-40B4-BE49-F238E27FC236}">
                <a16:creationId xmlns:a16="http://schemas.microsoft.com/office/drawing/2014/main" id="{1EE059F9-3C71-DF9D-3A03-2F87BEE0615C}"/>
              </a:ext>
            </a:extLst>
          </p:cNvPr>
          <p:cNvSpPr/>
          <p:nvPr/>
        </p:nvSpPr>
        <p:spPr>
          <a:xfrm>
            <a:off x="5181088" y="4458298"/>
            <a:ext cx="2869951" cy="48463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b="1">
              <a:latin typeface="Arial" pitchFamily="34" charset="0"/>
              <a:cs typeface="Arial" pitchFamily="34" charset="0"/>
            </a:endParaRPr>
          </a:p>
        </p:txBody>
      </p:sp>
      <p:sp>
        <p:nvSpPr>
          <p:cNvPr id="8" name="Rectangle 7">
            <a:extLst>
              <a:ext uri="{FF2B5EF4-FFF2-40B4-BE49-F238E27FC236}">
                <a16:creationId xmlns:a16="http://schemas.microsoft.com/office/drawing/2014/main" id="{48C11938-D1F8-97EE-4EF4-8397001A4FD4}"/>
              </a:ext>
            </a:extLst>
          </p:cNvPr>
          <p:cNvSpPr/>
          <p:nvPr/>
        </p:nvSpPr>
        <p:spPr>
          <a:xfrm>
            <a:off x="4276497" y="4243415"/>
            <a:ext cx="2912249" cy="914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a:latin typeface="Arial" pitchFamily="34" charset="0"/>
                <a:cs typeface="Arial" pitchFamily="34" charset="0"/>
              </a:rPr>
              <a:t>3D</a:t>
            </a:r>
          </a:p>
          <a:p>
            <a:pPr algn="ctr"/>
            <a:r>
              <a:rPr lang="en-GB" sz="2000">
                <a:latin typeface="Arial" pitchFamily="34" charset="0"/>
                <a:cs typeface="Arial" pitchFamily="34" charset="0"/>
              </a:rPr>
              <a:t>Pattern Reconstruction</a:t>
            </a:r>
            <a:endParaRPr lang="LID4096" sz="2000">
              <a:latin typeface="Arial" pitchFamily="34" charset="0"/>
              <a:cs typeface="Arial" pitchFamily="34" charset="0"/>
            </a:endParaRPr>
          </a:p>
        </p:txBody>
      </p:sp>
      <p:pic>
        <p:nvPicPr>
          <p:cNvPr id="22" name="Content Placeholder 4">
            <a:extLst>
              <a:ext uri="{FF2B5EF4-FFF2-40B4-BE49-F238E27FC236}">
                <a16:creationId xmlns:a16="http://schemas.microsoft.com/office/drawing/2014/main" id="{269E8223-5A94-3651-7BBA-677439F097B1}"/>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6"/>
              </a:ext>
            </a:extLst>
          </a:blip>
          <a:srcRect l="15768" r="17931" b="5606"/>
          <a:stretch/>
        </p:blipFill>
        <p:spPr>
          <a:xfrm>
            <a:off x="1397678" y="2706274"/>
            <a:ext cx="1774667" cy="1996796"/>
          </a:xfrm>
          <a:prstGeom prst="rect">
            <a:avLst/>
          </a:prstGeom>
        </p:spPr>
      </p:pic>
      <p:pic>
        <p:nvPicPr>
          <p:cNvPr id="24" name="Graphic 23">
            <a:extLst>
              <a:ext uri="{FF2B5EF4-FFF2-40B4-BE49-F238E27FC236}">
                <a16:creationId xmlns:a16="http://schemas.microsoft.com/office/drawing/2014/main" id="{39348A88-FA58-E979-5681-2C379291573E}"/>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7"/>
              </a:ext>
            </a:extLst>
          </a:blip>
          <a:srcRect l="15366" r="18332" b="5606"/>
          <a:stretch/>
        </p:blipFill>
        <p:spPr>
          <a:xfrm>
            <a:off x="1349403" y="4839875"/>
            <a:ext cx="1861812" cy="1985184"/>
          </a:xfrm>
          <a:prstGeom prst="rect">
            <a:avLst/>
          </a:prstGeom>
        </p:spPr>
      </p:pic>
    </p:spTree>
    <p:extLst>
      <p:ext uri="{BB962C8B-B14F-4D97-AF65-F5344CB8AC3E}">
        <p14:creationId xmlns:p14="http://schemas.microsoft.com/office/powerpoint/2010/main" val="1186657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BC932-2787-A901-DD73-373164AF4F95}"/>
              </a:ext>
            </a:extLst>
          </p:cNvPr>
          <p:cNvSpPr>
            <a:spLocks noGrp="1"/>
          </p:cNvSpPr>
          <p:nvPr>
            <p:ph type="title"/>
          </p:nvPr>
        </p:nvSpPr>
        <p:spPr/>
        <p:txBody>
          <a:bodyPr/>
          <a:lstStyle/>
          <a:p>
            <a:r>
              <a:rPr lang="en-US">
                <a:latin typeface="Arial"/>
                <a:cs typeface="Arial"/>
              </a:rPr>
              <a:t>AI-Enabled Pattern Reconstruction – </a:t>
            </a:r>
            <a:r>
              <a:rPr lang="en-US" i="1">
                <a:latin typeface="Arial"/>
                <a:cs typeface="Arial"/>
              </a:rPr>
              <a:t>Overview</a:t>
            </a:r>
            <a:endParaRPr lang="en-US">
              <a:solidFill>
                <a:srgbClr val="000000"/>
              </a:solidFill>
              <a:latin typeface="Arial"/>
              <a:cs typeface="Arial"/>
            </a:endParaRPr>
          </a:p>
          <a:p>
            <a:br>
              <a:rPr lang="en-US">
                <a:latin typeface="Arial"/>
                <a:cs typeface="Arial"/>
              </a:rPr>
            </a:br>
            <a:endParaRPr lang="en-US"/>
          </a:p>
        </p:txBody>
      </p:sp>
      <p:sp>
        <p:nvSpPr>
          <p:cNvPr id="3" name="Content Placeholder 2">
            <a:extLst>
              <a:ext uri="{FF2B5EF4-FFF2-40B4-BE49-F238E27FC236}">
                <a16:creationId xmlns:a16="http://schemas.microsoft.com/office/drawing/2014/main" id="{244758D5-CAC5-2DAC-7650-4CCFFA6E7088}"/>
              </a:ext>
            </a:extLst>
          </p:cNvPr>
          <p:cNvSpPr>
            <a:spLocks noGrp="1"/>
          </p:cNvSpPr>
          <p:nvPr>
            <p:ph idx="1"/>
          </p:nvPr>
        </p:nvSpPr>
        <p:spPr>
          <a:xfrm>
            <a:off x="477080" y="1589156"/>
            <a:ext cx="6774055" cy="4648200"/>
          </a:xfrm>
        </p:spPr>
        <p:txBody>
          <a:bodyPr vert="horz" lIns="91440" tIns="45720" rIns="91440" bIns="45720" rtlCol="0" anchor="t">
            <a:noAutofit/>
          </a:bodyPr>
          <a:lstStyle/>
          <a:p>
            <a:pPr marL="0" indent="0">
              <a:buNone/>
            </a:pPr>
            <a:r>
              <a:rPr lang="en-US" sz="2000" i="1">
                <a:solidFill>
                  <a:schemeClr val="tx2"/>
                </a:solidFill>
              </a:rPr>
              <a:t>Why AI?</a:t>
            </a:r>
          </a:p>
          <a:p>
            <a:pPr marL="343535" indent="-343535"/>
            <a:r>
              <a:rPr lang="en-US" sz="2000"/>
              <a:t>Improve the accuracy of the reconstructed 3D pattern</a:t>
            </a:r>
          </a:p>
          <a:p>
            <a:pPr marL="343535" indent="-343535"/>
            <a:r>
              <a:rPr lang="en-US" sz="2000"/>
              <a:t>Overcome limitations of analytical approaches with no assumptions on input data format</a:t>
            </a:r>
          </a:p>
          <a:p>
            <a:pPr marL="0" indent="0">
              <a:buNone/>
            </a:pPr>
            <a:r>
              <a:rPr lang="en-US" sz="2000" i="1">
                <a:solidFill>
                  <a:schemeClr val="tx2"/>
                </a:solidFill>
              </a:rPr>
              <a:t>Training Process</a:t>
            </a:r>
          </a:p>
          <a:p>
            <a:pPr marL="343535" indent="-343535"/>
            <a:r>
              <a:rPr lang="en-US" sz="2000">
                <a:latin typeface="+mn-lt"/>
                <a:cs typeface="Arial"/>
              </a:rPr>
              <a:t>Generator learns to predict 3D pattern given slices</a:t>
            </a:r>
          </a:p>
          <a:p>
            <a:pPr marL="343535" indent="-343535"/>
            <a:r>
              <a:rPr lang="en-US" sz="2000">
                <a:latin typeface="+mn-lt"/>
                <a:cs typeface="Arial"/>
              </a:rPr>
              <a:t>Custom loss function to compare against ground truth</a:t>
            </a:r>
            <a:endParaRPr lang="en-US"/>
          </a:p>
          <a:p>
            <a:pPr marL="744220" lvl="1" indent="-343535"/>
            <a:r>
              <a:rPr lang="en-US">
                <a:latin typeface="+mn-lt"/>
                <a:cs typeface="Arial"/>
              </a:rPr>
              <a:t>L1: mean absolute error</a:t>
            </a:r>
          </a:p>
          <a:p>
            <a:pPr marL="744220" lvl="1" indent="-343535"/>
            <a:r>
              <a:rPr lang="en-US">
                <a:latin typeface="+mn-lt"/>
                <a:cs typeface="Arial"/>
              </a:rPr>
              <a:t>SSIM: structural similarity</a:t>
            </a:r>
          </a:p>
          <a:p>
            <a:pPr marL="744220" lvl="1" indent="-343535"/>
            <a:r>
              <a:rPr lang="en-US">
                <a:latin typeface="+mn-lt"/>
                <a:cs typeface="Arial"/>
              </a:rPr>
              <a:t>Feature-based loss</a:t>
            </a:r>
          </a:p>
          <a:p>
            <a:pPr marL="0" indent="0">
              <a:buNone/>
            </a:pPr>
            <a:r>
              <a:rPr lang="en-US" sz="2000" i="1">
                <a:solidFill>
                  <a:srgbClr val="176DAD"/>
                </a:solidFill>
                <a:latin typeface="Arial"/>
                <a:cs typeface="Arial"/>
              </a:rPr>
              <a:t>Training data: ~100,000 unique patterns (EM simulation)</a:t>
            </a:r>
          </a:p>
          <a:p>
            <a:pPr marL="343535" indent="-343535"/>
            <a:r>
              <a:rPr lang="en-US" sz="2000">
                <a:latin typeface="Arial"/>
                <a:cs typeface="Arial"/>
              </a:rPr>
              <a:t>Single port antennas: omni / semi / highly-directional</a:t>
            </a:r>
          </a:p>
          <a:p>
            <a:pPr marL="343535" indent="-343535"/>
            <a:r>
              <a:rPr lang="en-US" sz="2000">
                <a:latin typeface="Arial"/>
                <a:cs typeface="Arial"/>
              </a:rPr>
              <a:t>Array configuration: linear, circular, rectangular</a:t>
            </a:r>
          </a:p>
          <a:p>
            <a:pPr marL="343535" indent="-343535"/>
            <a:r>
              <a:rPr lang="en-US" sz="2000">
                <a:latin typeface="Arial"/>
                <a:cs typeface="Arial"/>
              </a:rPr>
              <a:t>Classic image augmentations: noise, transformations</a:t>
            </a:r>
            <a:endParaRPr lang="en-US" sz="2000"/>
          </a:p>
          <a:p>
            <a:pPr marL="744582" lvl="1" indent="-343535"/>
            <a:endParaRPr lang="en-US">
              <a:latin typeface="Arial"/>
              <a:cs typeface="Arial"/>
            </a:endParaRPr>
          </a:p>
          <a:p>
            <a:endParaRPr lang="en-US" sz="2000"/>
          </a:p>
          <a:p>
            <a:pPr marL="0" indent="0">
              <a:buNone/>
            </a:pPr>
            <a:endParaRPr lang="en-US"/>
          </a:p>
          <a:p>
            <a:endParaRPr lang="en-US"/>
          </a:p>
        </p:txBody>
      </p:sp>
      <p:grpSp>
        <p:nvGrpSpPr>
          <p:cNvPr id="30" name="Group 29">
            <a:extLst>
              <a:ext uri="{FF2B5EF4-FFF2-40B4-BE49-F238E27FC236}">
                <a16:creationId xmlns:a16="http://schemas.microsoft.com/office/drawing/2014/main" id="{30D3EE8B-18FE-F1EF-6337-F6B6AF58127F}"/>
              </a:ext>
            </a:extLst>
          </p:cNvPr>
          <p:cNvGrpSpPr/>
          <p:nvPr/>
        </p:nvGrpSpPr>
        <p:grpSpPr>
          <a:xfrm>
            <a:off x="6839024" y="829544"/>
            <a:ext cx="5469213" cy="5488292"/>
            <a:chOff x="6839024" y="829544"/>
            <a:chExt cx="5469213" cy="5488292"/>
          </a:xfrm>
        </p:grpSpPr>
        <p:sp>
          <p:nvSpPr>
            <p:cNvPr id="5" name="Rectangle 4">
              <a:extLst>
                <a:ext uri="{FF2B5EF4-FFF2-40B4-BE49-F238E27FC236}">
                  <a16:creationId xmlns:a16="http://schemas.microsoft.com/office/drawing/2014/main" id="{F7FD02FB-5908-A479-2455-A04715591B66}"/>
                </a:ext>
              </a:extLst>
            </p:cNvPr>
            <p:cNvSpPr/>
            <p:nvPr/>
          </p:nvSpPr>
          <p:spPr>
            <a:xfrm>
              <a:off x="10006044" y="3068503"/>
              <a:ext cx="1670648" cy="529167"/>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 name="TextBox 5">
              <a:extLst>
                <a:ext uri="{FF2B5EF4-FFF2-40B4-BE49-F238E27FC236}">
                  <a16:creationId xmlns:a16="http://schemas.microsoft.com/office/drawing/2014/main" id="{A3BD545B-EA50-4B60-354B-98862879AC2F}"/>
                </a:ext>
              </a:extLst>
            </p:cNvPr>
            <p:cNvSpPr txBox="1"/>
            <p:nvPr/>
          </p:nvSpPr>
          <p:spPr>
            <a:xfrm>
              <a:off x="10039853" y="3126715"/>
              <a:ext cx="1638590" cy="400110"/>
            </a:xfrm>
            <a:prstGeom prst="rect">
              <a:avLst/>
            </a:prstGeom>
            <a:noFill/>
          </p:spPr>
          <p:txBody>
            <a:bodyPr wrap="none" rtlCol="0">
              <a:spAutoFit/>
            </a:bodyPr>
            <a:lstStyle/>
            <a:p>
              <a:r>
                <a:rPr lang="en-US" sz="2000">
                  <a:latin typeface="Arial" pitchFamily="34" charset="0"/>
                  <a:cs typeface="Arial" pitchFamily="34" charset="0"/>
                </a:rPr>
                <a:t>Autoencoder</a:t>
              </a:r>
            </a:p>
          </p:txBody>
        </p:sp>
        <p:sp>
          <p:nvSpPr>
            <p:cNvPr id="7" name="Rectangle 6">
              <a:extLst>
                <a:ext uri="{FF2B5EF4-FFF2-40B4-BE49-F238E27FC236}">
                  <a16:creationId xmlns:a16="http://schemas.microsoft.com/office/drawing/2014/main" id="{17461B69-11F0-4D82-C06E-330524080A4C}"/>
                </a:ext>
              </a:extLst>
            </p:cNvPr>
            <p:cNvSpPr/>
            <p:nvPr/>
          </p:nvSpPr>
          <p:spPr>
            <a:xfrm>
              <a:off x="7448038" y="3102656"/>
              <a:ext cx="1651335" cy="529167"/>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8" name="TextBox 7">
              <a:extLst>
                <a:ext uri="{FF2B5EF4-FFF2-40B4-BE49-F238E27FC236}">
                  <a16:creationId xmlns:a16="http://schemas.microsoft.com/office/drawing/2014/main" id="{5B7A0F75-1BD7-824D-6C88-9398B128A6CA}"/>
                </a:ext>
              </a:extLst>
            </p:cNvPr>
            <p:cNvSpPr txBox="1"/>
            <p:nvPr/>
          </p:nvSpPr>
          <p:spPr>
            <a:xfrm>
              <a:off x="7600989" y="3150983"/>
              <a:ext cx="1337226" cy="400110"/>
            </a:xfrm>
            <a:prstGeom prst="rect">
              <a:avLst/>
            </a:prstGeom>
            <a:noFill/>
          </p:spPr>
          <p:txBody>
            <a:bodyPr wrap="none" lIns="91440" tIns="45720" rIns="91440" bIns="45720" rtlCol="0" anchor="t">
              <a:spAutoFit/>
            </a:bodyPr>
            <a:lstStyle/>
            <a:p>
              <a:r>
                <a:rPr lang="en-US" sz="2000">
                  <a:latin typeface="Arial"/>
                  <a:cs typeface="Arial"/>
                </a:rPr>
                <a:t>Generator</a:t>
              </a:r>
              <a:endParaRPr lang="en-US"/>
            </a:p>
          </p:txBody>
        </p:sp>
        <p:pic>
          <p:nvPicPr>
            <p:cNvPr id="9" name="Content Placeholder 4">
              <a:extLst>
                <a:ext uri="{FF2B5EF4-FFF2-40B4-BE49-F238E27FC236}">
                  <a16:creationId xmlns:a16="http://schemas.microsoft.com/office/drawing/2014/main" id="{EC7486FB-334C-E0D1-F530-DB27152305A1}"/>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l="15768" r="17931" b="5606"/>
            <a:stretch/>
          </p:blipFill>
          <p:spPr>
            <a:xfrm>
              <a:off x="7018223" y="1331965"/>
              <a:ext cx="1176781" cy="1256555"/>
            </a:xfrm>
            <a:prstGeom prst="rect">
              <a:avLst/>
            </a:prstGeom>
          </p:spPr>
        </p:pic>
        <p:pic>
          <p:nvPicPr>
            <p:cNvPr id="10" name="Graphic 9">
              <a:extLst>
                <a:ext uri="{FF2B5EF4-FFF2-40B4-BE49-F238E27FC236}">
                  <a16:creationId xmlns:a16="http://schemas.microsoft.com/office/drawing/2014/main" id="{371A4D88-FD9A-AFB2-5D67-0C19C5C7E9C6}"/>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15366" r="18332" b="5606"/>
            <a:stretch/>
          </p:blipFill>
          <p:spPr>
            <a:xfrm>
              <a:off x="8349825" y="1331965"/>
              <a:ext cx="1176781" cy="1256535"/>
            </a:xfrm>
            <a:prstGeom prst="rect">
              <a:avLst/>
            </a:prstGeom>
          </p:spPr>
        </p:pic>
        <p:cxnSp>
          <p:nvCxnSpPr>
            <p:cNvPr id="11" name="Straight Arrow Connector 10">
              <a:extLst>
                <a:ext uri="{FF2B5EF4-FFF2-40B4-BE49-F238E27FC236}">
                  <a16:creationId xmlns:a16="http://schemas.microsoft.com/office/drawing/2014/main" id="{8DA9521F-61F8-F576-FD53-C641401A08A1}"/>
                </a:ext>
              </a:extLst>
            </p:cNvPr>
            <p:cNvCxnSpPr>
              <a:cxnSpLocks/>
              <a:endCxn id="5" idx="0"/>
            </p:cNvCxnSpPr>
            <p:nvPr/>
          </p:nvCxnSpPr>
          <p:spPr>
            <a:xfrm flipH="1">
              <a:off x="10841368" y="2501829"/>
              <a:ext cx="1498" cy="566674"/>
            </a:xfrm>
            <a:prstGeom prst="straightConnector1">
              <a:avLst/>
            </a:prstGeom>
            <a:ln w="19050">
              <a:solidFill>
                <a:schemeClr val="tx2"/>
              </a:solidFill>
              <a:tailEnd type="triangle"/>
            </a:ln>
          </p:spPr>
          <p:style>
            <a:lnRef idx="1">
              <a:schemeClr val="accent2"/>
            </a:lnRef>
            <a:fillRef idx="0">
              <a:schemeClr val="accent2"/>
            </a:fillRef>
            <a:effectRef idx="0">
              <a:schemeClr val="accent2"/>
            </a:effectRef>
            <a:fontRef idx="minor">
              <a:schemeClr val="tx1"/>
            </a:fontRef>
          </p:style>
        </p:cxnSp>
        <p:grpSp>
          <p:nvGrpSpPr>
            <p:cNvPr id="12" name="Group 11">
              <a:extLst>
                <a:ext uri="{FF2B5EF4-FFF2-40B4-BE49-F238E27FC236}">
                  <a16:creationId xmlns:a16="http://schemas.microsoft.com/office/drawing/2014/main" id="{563D5E9D-1AD0-B362-3189-7395FB13F301}"/>
                </a:ext>
              </a:extLst>
            </p:cNvPr>
            <p:cNvGrpSpPr/>
            <p:nvPr/>
          </p:nvGrpSpPr>
          <p:grpSpPr>
            <a:xfrm>
              <a:off x="10093928" y="1143292"/>
              <a:ext cx="1428206" cy="1358537"/>
              <a:chOff x="2346960" y="3287486"/>
              <a:chExt cx="2499360" cy="2377440"/>
            </a:xfrm>
          </p:grpSpPr>
          <p:pic>
            <p:nvPicPr>
              <p:cNvPr id="13" name="Graphic 12">
                <a:extLst>
                  <a:ext uri="{FF2B5EF4-FFF2-40B4-BE49-F238E27FC236}">
                    <a16:creationId xmlns:a16="http://schemas.microsoft.com/office/drawing/2014/main" id="{D546C887-A4A7-EF85-5291-E04FB188555E}"/>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l="31583" t="18762" r="26285" b="24956"/>
              <a:stretch/>
            </p:blipFill>
            <p:spPr>
              <a:xfrm>
                <a:off x="2468880" y="3309096"/>
                <a:ext cx="2377440" cy="2355830"/>
              </a:xfrm>
              <a:prstGeom prst="rect">
                <a:avLst/>
              </a:prstGeom>
            </p:spPr>
          </p:pic>
          <p:sp>
            <p:nvSpPr>
              <p:cNvPr id="14" name="Rectangle 13">
                <a:extLst>
                  <a:ext uri="{FF2B5EF4-FFF2-40B4-BE49-F238E27FC236}">
                    <a16:creationId xmlns:a16="http://schemas.microsoft.com/office/drawing/2014/main" id="{87488492-C0B0-4981-77B7-F8364A480E3B}"/>
                  </a:ext>
                </a:extLst>
              </p:cNvPr>
              <p:cNvSpPr/>
              <p:nvPr/>
            </p:nvSpPr>
            <p:spPr>
              <a:xfrm>
                <a:off x="2346960" y="3287486"/>
                <a:ext cx="370114" cy="4559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15" name="Group 14">
              <a:extLst>
                <a:ext uri="{FF2B5EF4-FFF2-40B4-BE49-F238E27FC236}">
                  <a16:creationId xmlns:a16="http://schemas.microsoft.com/office/drawing/2014/main" id="{05196D2C-00DB-BAD6-E852-D8A52D6DA1A8}"/>
                </a:ext>
              </a:extLst>
            </p:cNvPr>
            <p:cNvGrpSpPr/>
            <p:nvPr/>
          </p:nvGrpSpPr>
          <p:grpSpPr>
            <a:xfrm>
              <a:off x="7841157" y="4228583"/>
              <a:ext cx="1074726" cy="1036343"/>
              <a:chOff x="9764917" y="3073902"/>
              <a:chExt cx="2560320" cy="2468880"/>
            </a:xfrm>
          </p:grpSpPr>
          <p:pic>
            <p:nvPicPr>
              <p:cNvPr id="16" name="Graphic 15">
                <a:extLst>
                  <a:ext uri="{FF2B5EF4-FFF2-40B4-BE49-F238E27FC236}">
                    <a16:creationId xmlns:a16="http://schemas.microsoft.com/office/drawing/2014/main" id="{F213D3B9-2746-69AD-86D1-3C6ED71A12B2}"/>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l="31471" t="18155" r="25677" b="26140"/>
              <a:stretch/>
            </p:blipFill>
            <p:spPr>
              <a:xfrm>
                <a:off x="9764917" y="3073902"/>
                <a:ext cx="2560320" cy="2468880"/>
              </a:xfrm>
              <a:prstGeom prst="rect">
                <a:avLst/>
              </a:prstGeom>
            </p:spPr>
          </p:pic>
          <p:sp>
            <p:nvSpPr>
              <p:cNvPr id="17" name="Rectangle 16">
                <a:extLst>
                  <a:ext uri="{FF2B5EF4-FFF2-40B4-BE49-F238E27FC236}">
                    <a16:creationId xmlns:a16="http://schemas.microsoft.com/office/drawing/2014/main" id="{BB0ADDC3-70F4-0A56-2AB9-8CFD9397AC56}"/>
                  </a:ext>
                </a:extLst>
              </p:cNvPr>
              <p:cNvSpPr/>
              <p:nvPr/>
            </p:nvSpPr>
            <p:spPr>
              <a:xfrm>
                <a:off x="9767135" y="3237331"/>
                <a:ext cx="375082" cy="74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18" name="TextBox 17">
              <a:extLst>
                <a:ext uri="{FF2B5EF4-FFF2-40B4-BE49-F238E27FC236}">
                  <a16:creationId xmlns:a16="http://schemas.microsoft.com/office/drawing/2014/main" id="{09C14C6C-FD1D-C3EA-F4B0-7702635A746B}"/>
                </a:ext>
              </a:extLst>
            </p:cNvPr>
            <p:cNvSpPr txBox="1"/>
            <p:nvPr/>
          </p:nvSpPr>
          <p:spPr>
            <a:xfrm>
              <a:off x="10618390" y="829544"/>
              <a:ext cx="445956" cy="338554"/>
            </a:xfrm>
            <a:prstGeom prst="rect">
              <a:avLst/>
            </a:prstGeom>
            <a:noFill/>
          </p:spPr>
          <p:txBody>
            <a:bodyPr wrap="none" rtlCol="0">
              <a:spAutoFit/>
            </a:bodyPr>
            <a:lstStyle/>
            <a:p>
              <a:r>
                <a:rPr lang="en-US" sz="1600" b="1">
                  <a:latin typeface="Arial" pitchFamily="34" charset="0"/>
                  <a:cs typeface="Arial" pitchFamily="34" charset="0"/>
                </a:rPr>
                <a:t>3D</a:t>
              </a:r>
            </a:p>
          </p:txBody>
        </p:sp>
        <p:sp>
          <p:nvSpPr>
            <p:cNvPr id="19" name="TextBox 18">
              <a:extLst>
                <a:ext uri="{FF2B5EF4-FFF2-40B4-BE49-F238E27FC236}">
                  <a16:creationId xmlns:a16="http://schemas.microsoft.com/office/drawing/2014/main" id="{20537B76-6D20-CE1D-A445-6B0CB9F0A369}"/>
                </a:ext>
              </a:extLst>
            </p:cNvPr>
            <p:cNvSpPr txBox="1"/>
            <p:nvPr/>
          </p:nvSpPr>
          <p:spPr>
            <a:xfrm>
              <a:off x="7251136" y="978303"/>
              <a:ext cx="1096775" cy="338554"/>
            </a:xfrm>
            <a:prstGeom prst="rect">
              <a:avLst/>
            </a:prstGeom>
            <a:noFill/>
          </p:spPr>
          <p:txBody>
            <a:bodyPr wrap="none" rtlCol="0">
              <a:spAutoFit/>
            </a:bodyPr>
            <a:lstStyle/>
            <a:p>
              <a:r>
                <a:rPr lang="en-US" sz="1600" b="1">
                  <a:latin typeface="Arial" pitchFamily="34" charset="0"/>
                  <a:cs typeface="Arial" pitchFamily="34" charset="0"/>
                </a:rPr>
                <a:t>2D Slices</a:t>
              </a:r>
            </a:p>
          </p:txBody>
        </p:sp>
        <p:cxnSp>
          <p:nvCxnSpPr>
            <p:cNvPr id="20" name="Connector: Elbow 19">
              <a:extLst>
                <a:ext uri="{FF2B5EF4-FFF2-40B4-BE49-F238E27FC236}">
                  <a16:creationId xmlns:a16="http://schemas.microsoft.com/office/drawing/2014/main" id="{7CC0BC64-EE6E-191F-F7A3-09678F9F71E7}"/>
                </a:ext>
              </a:extLst>
            </p:cNvPr>
            <p:cNvCxnSpPr>
              <a:cxnSpLocks/>
              <a:stCxn id="9" idx="2"/>
              <a:endCxn id="7" idx="0"/>
            </p:cNvCxnSpPr>
            <p:nvPr/>
          </p:nvCxnSpPr>
          <p:spPr>
            <a:xfrm rot="16200000" flipH="1">
              <a:off x="7683092" y="2512042"/>
              <a:ext cx="514136" cy="667092"/>
            </a:xfrm>
            <a:prstGeom prst="bentConnector3">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5828D5C1-C2B0-DAE4-ACBB-EB1294B19200}"/>
                </a:ext>
              </a:extLst>
            </p:cNvPr>
            <p:cNvCxnSpPr>
              <a:cxnSpLocks/>
              <a:stCxn id="10" idx="2"/>
              <a:endCxn id="7" idx="0"/>
            </p:cNvCxnSpPr>
            <p:nvPr/>
          </p:nvCxnSpPr>
          <p:spPr>
            <a:xfrm rot="5400000">
              <a:off x="8348883" y="2513323"/>
              <a:ext cx="514156" cy="664510"/>
            </a:xfrm>
            <a:prstGeom prst="bentConnector3">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3A5AD398-A80F-98FB-F86C-E74DCB2E2570}"/>
                </a:ext>
              </a:extLst>
            </p:cNvPr>
            <p:cNvCxnSpPr>
              <a:cxnSpLocks/>
              <a:stCxn id="16" idx="3"/>
              <a:endCxn id="5" idx="1"/>
            </p:cNvCxnSpPr>
            <p:nvPr/>
          </p:nvCxnSpPr>
          <p:spPr>
            <a:xfrm flipV="1">
              <a:off x="8915883" y="3333087"/>
              <a:ext cx="1090161" cy="1413668"/>
            </a:xfrm>
            <a:prstGeom prst="bentConnector3">
              <a:avLst>
                <a:gd name="adj1" fmla="val 39433"/>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87E74E63-892E-515C-65BD-0763AECD6949}"/>
                </a:ext>
              </a:extLst>
            </p:cNvPr>
            <p:cNvCxnSpPr>
              <a:cxnSpLocks/>
              <a:stCxn id="7" idx="2"/>
            </p:cNvCxnSpPr>
            <p:nvPr/>
          </p:nvCxnSpPr>
          <p:spPr>
            <a:xfrm>
              <a:off x="8273706" y="3631823"/>
              <a:ext cx="0" cy="315055"/>
            </a:xfrm>
            <a:prstGeom prst="straightConnector1">
              <a:avLst/>
            </a:prstGeom>
            <a:ln w="19050">
              <a:solidFill>
                <a:schemeClr val="tx2"/>
              </a:solidFill>
              <a:tailEnd type="triangle"/>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BFF457B5-D568-AA39-8832-E67C0A067A47}"/>
                </a:ext>
              </a:extLst>
            </p:cNvPr>
            <p:cNvSpPr txBox="1"/>
            <p:nvPr/>
          </p:nvSpPr>
          <p:spPr>
            <a:xfrm>
              <a:off x="7264949" y="3925470"/>
              <a:ext cx="1946339" cy="584775"/>
            </a:xfrm>
            <a:prstGeom prst="rect">
              <a:avLst/>
            </a:prstGeom>
            <a:noFill/>
          </p:spPr>
          <p:txBody>
            <a:bodyPr wrap="square" rtlCol="0">
              <a:spAutoFit/>
            </a:bodyPr>
            <a:lstStyle/>
            <a:p>
              <a:r>
                <a:rPr lang="en-US" sz="1600" i="1">
                  <a:latin typeface="Arial" pitchFamily="34" charset="0"/>
                  <a:cs typeface="Arial" pitchFamily="34" charset="0"/>
                </a:rPr>
                <a:t>Reconstructed Pattern</a:t>
              </a:r>
            </a:p>
          </p:txBody>
        </p:sp>
        <p:cxnSp>
          <p:nvCxnSpPr>
            <p:cNvPr id="25" name="Straight Arrow Connector 24">
              <a:extLst>
                <a:ext uri="{FF2B5EF4-FFF2-40B4-BE49-F238E27FC236}">
                  <a16:creationId xmlns:a16="http://schemas.microsoft.com/office/drawing/2014/main" id="{1651662D-9693-9B2A-B899-31077DCE3103}"/>
                </a:ext>
              </a:extLst>
            </p:cNvPr>
            <p:cNvCxnSpPr>
              <a:cxnSpLocks/>
              <a:stCxn id="5" idx="2"/>
              <a:endCxn id="26" idx="0"/>
            </p:cNvCxnSpPr>
            <p:nvPr/>
          </p:nvCxnSpPr>
          <p:spPr>
            <a:xfrm>
              <a:off x="10841368" y="3597670"/>
              <a:ext cx="621" cy="356832"/>
            </a:xfrm>
            <a:prstGeom prst="straightConnector1">
              <a:avLst/>
            </a:prstGeom>
            <a:ln w="19050">
              <a:solidFill>
                <a:schemeClr val="tx2"/>
              </a:solidFill>
              <a:tailEnd type="triangle"/>
            </a:ln>
          </p:spPr>
          <p:style>
            <a:lnRef idx="1">
              <a:schemeClr val="accent2"/>
            </a:lnRef>
            <a:fillRef idx="0">
              <a:schemeClr val="accent2"/>
            </a:fillRef>
            <a:effectRef idx="0">
              <a:schemeClr val="accent2"/>
            </a:effectRef>
            <a:fontRef idx="minor">
              <a:schemeClr val="tx1"/>
            </a:fontRef>
          </p:style>
        </p:cxnSp>
        <p:sp>
          <p:nvSpPr>
            <p:cNvPr id="26" name="Rectangle 25">
              <a:extLst>
                <a:ext uri="{FF2B5EF4-FFF2-40B4-BE49-F238E27FC236}">
                  <a16:creationId xmlns:a16="http://schemas.microsoft.com/office/drawing/2014/main" id="{8F161A97-93D9-A731-259C-59D89AE3D8B0}"/>
                </a:ext>
              </a:extLst>
            </p:cNvPr>
            <p:cNvSpPr/>
            <p:nvPr/>
          </p:nvSpPr>
          <p:spPr>
            <a:xfrm>
              <a:off x="9526606" y="3954502"/>
              <a:ext cx="2630766" cy="874398"/>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27" name="TextBox 26">
              <a:extLst>
                <a:ext uri="{FF2B5EF4-FFF2-40B4-BE49-F238E27FC236}">
                  <a16:creationId xmlns:a16="http://schemas.microsoft.com/office/drawing/2014/main" id="{9E04E4DB-9824-6166-33E3-DB8C173EFABD}"/>
                </a:ext>
              </a:extLst>
            </p:cNvPr>
            <p:cNvSpPr txBox="1"/>
            <p:nvPr/>
          </p:nvSpPr>
          <p:spPr>
            <a:xfrm>
              <a:off x="9560416" y="4012713"/>
              <a:ext cx="2723956" cy="707886"/>
            </a:xfrm>
            <a:prstGeom prst="rect">
              <a:avLst/>
            </a:prstGeom>
            <a:noFill/>
          </p:spPr>
          <p:txBody>
            <a:bodyPr wrap="square" rtlCol="0">
              <a:spAutoFit/>
            </a:bodyPr>
            <a:lstStyle/>
            <a:p>
              <a:r>
                <a:rPr lang="en-US" sz="2000">
                  <a:latin typeface="Arial" pitchFamily="34" charset="0"/>
                  <a:cs typeface="Arial" pitchFamily="34" charset="0"/>
                </a:rPr>
                <a:t>Distance between bottleneck activations</a:t>
              </a:r>
            </a:p>
          </p:txBody>
        </p:sp>
        <p:cxnSp>
          <p:nvCxnSpPr>
            <p:cNvPr id="28" name="Connector: Elbow 27">
              <a:extLst>
                <a:ext uri="{FF2B5EF4-FFF2-40B4-BE49-F238E27FC236}">
                  <a16:creationId xmlns:a16="http://schemas.microsoft.com/office/drawing/2014/main" id="{00A7E30F-7E10-783F-D60B-8F9E2AEFE274}"/>
                </a:ext>
              </a:extLst>
            </p:cNvPr>
            <p:cNvCxnSpPr>
              <a:cxnSpLocks/>
            </p:cNvCxnSpPr>
            <p:nvPr/>
          </p:nvCxnSpPr>
          <p:spPr>
            <a:xfrm rot="5400000">
              <a:off x="11506106" y="4839825"/>
              <a:ext cx="664164" cy="642314"/>
            </a:xfrm>
            <a:prstGeom prst="bentConnector3">
              <a:avLst>
                <a:gd name="adj1" fmla="val 50000"/>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Content Placeholder 2">
                  <a:extLst>
                    <a:ext uri="{FF2B5EF4-FFF2-40B4-BE49-F238E27FC236}">
                      <a16:creationId xmlns:a16="http://schemas.microsoft.com/office/drawing/2014/main" id="{16642A12-93DF-37BB-4495-CE05DF00FADC}"/>
                    </a:ext>
                  </a:extLst>
                </p:cNvPr>
                <p:cNvSpPr txBox="1">
                  <a:spLocks/>
                </p:cNvSpPr>
                <p:nvPr/>
              </p:nvSpPr>
              <p:spPr>
                <a:xfrm>
                  <a:off x="6839024" y="5420725"/>
                  <a:ext cx="5469213" cy="897111"/>
                </a:xfrm>
                <a:prstGeom prst="rect">
                  <a:avLst/>
                </a:prstGeom>
              </p:spPr>
              <p:txBody>
                <a:bodyPr vert="horz" lIns="91440" tIns="45720" rIns="91440" bIns="45720" rtlCol="0" anchor="t">
                  <a:noAutofit/>
                </a:bodyPr>
                <a:lstStyle>
                  <a:lvl1pPr marL="343755" indent="-343755" algn="l" defTabSz="916680" rtl="0" eaLnBrk="1" latinLnBrk="0" hangingPunct="1">
                    <a:spcBef>
                      <a:spcPct val="20000"/>
                    </a:spcBef>
                    <a:buClr>
                      <a:schemeClr val="tx2"/>
                    </a:buClr>
                    <a:buSzPct val="75000"/>
                    <a:buFont typeface="Wingdings" pitchFamily="2" charset="2"/>
                    <a:buChar char="§"/>
                    <a:defRPr sz="2400" kern="1200">
                      <a:solidFill>
                        <a:schemeClr val="tx1"/>
                      </a:solidFill>
                      <a:latin typeface="Arial" pitchFamily="34" charset="0"/>
                      <a:ea typeface="+mn-ea"/>
                      <a:cs typeface="Arial" pitchFamily="34" charset="0"/>
                    </a:defRPr>
                  </a:lvl1pPr>
                  <a:lvl2pPr marL="744802" indent="-286462" algn="l" defTabSz="916680" rtl="0" eaLnBrk="1" latinLnBrk="0" hangingPunct="1">
                    <a:lnSpc>
                      <a:spcPct val="105000"/>
                    </a:lnSpc>
                    <a:spcBef>
                      <a:spcPct val="20000"/>
                    </a:spcBef>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1145850" indent="-229170" algn="l" defTabSz="916680" rtl="0" eaLnBrk="1" latinLnBrk="0" hangingPunct="1">
                    <a:lnSpc>
                      <a:spcPct val="105000"/>
                    </a:lnSpc>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190" indent="-229170" algn="l" defTabSz="916680" rtl="0" eaLnBrk="1" latinLnBrk="0" hangingPunct="1">
                    <a:lnSpc>
                      <a:spcPct val="105000"/>
                    </a:lnSpc>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31" indent="-229170" algn="l" defTabSz="916680" rtl="0" eaLnBrk="1" latinLnBrk="0" hangingPunct="1">
                    <a:lnSpc>
                      <a:spcPct val="105000"/>
                    </a:lnSpc>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7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1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5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89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9pPr>
                </a:lstStyle>
                <a:p>
                  <a:pPr marL="56788" indent="0">
                    <a:buFont typeface="Wingdings" pitchFamily="2" charset="2"/>
                    <a:buNone/>
                  </a:pPr>
                  <a14:m>
                    <m:oMathPara xmlns:m="http://schemas.openxmlformats.org/officeDocument/2006/math">
                      <m:oMathParaPr>
                        <m:jc m:val="left"/>
                      </m:oMathParaPr>
                      <m:oMath xmlns:m="http://schemas.openxmlformats.org/officeDocument/2006/math">
                        <m:r>
                          <a:rPr lang="en-US" sz="1400" i="1" smtClean="0">
                            <a:latin typeface="Cambria Math" panose="02040503050406030204" pitchFamily="18" charset="0"/>
                            <a:cs typeface="Arial"/>
                          </a:rPr>
                          <m:t>𝑇𝑜𝑡𝑎𝑙</m:t>
                        </m:r>
                        <m:r>
                          <a:rPr lang="en-US" sz="1400" i="1" smtClean="0">
                            <a:latin typeface="Cambria Math" panose="02040503050406030204" pitchFamily="18" charset="0"/>
                            <a:cs typeface="Arial"/>
                          </a:rPr>
                          <m:t> </m:t>
                        </m:r>
                        <m:r>
                          <a:rPr lang="en-US" sz="1400" i="1" smtClean="0">
                            <a:latin typeface="Cambria Math" panose="02040503050406030204" pitchFamily="18" charset="0"/>
                            <a:cs typeface="Arial"/>
                          </a:rPr>
                          <m:t>𝐿𝑜𝑠𝑠</m:t>
                        </m:r>
                        <m:r>
                          <a:rPr lang="en-US" sz="1400" i="1" smtClean="0">
                            <a:latin typeface="Cambria Math" panose="02040503050406030204" pitchFamily="18" charset="0"/>
                            <a:cs typeface="Arial"/>
                          </a:rPr>
                          <m:t> = </m:t>
                        </m:r>
                        <m:r>
                          <a:rPr lang="en-US" sz="1400" i="1" smtClean="0">
                            <a:latin typeface="Cambria Math" panose="02040503050406030204" pitchFamily="18" charset="0"/>
                            <a:cs typeface="Arial"/>
                          </a:rPr>
                          <m:t>𝛼</m:t>
                        </m:r>
                        <m:r>
                          <a:rPr lang="en-US" sz="1400" i="1" smtClean="0">
                            <a:latin typeface="Cambria Math" panose="02040503050406030204" pitchFamily="18" charset="0"/>
                            <a:cs typeface="Arial"/>
                          </a:rPr>
                          <m:t>⋅</m:t>
                        </m:r>
                        <m:d>
                          <m:dPr>
                            <m:ctrlPr>
                              <a:rPr lang="en-US" sz="1400" i="1" smtClean="0">
                                <a:latin typeface="Cambria Math" panose="02040503050406030204" pitchFamily="18" charset="0"/>
                                <a:cs typeface="Arial"/>
                              </a:rPr>
                            </m:ctrlPr>
                          </m:dPr>
                          <m:e>
                            <m:r>
                              <a:rPr lang="en-US" sz="1400" i="1" smtClean="0">
                                <a:latin typeface="Cambria Math" panose="02040503050406030204" pitchFamily="18" charset="0"/>
                                <a:cs typeface="Arial"/>
                              </a:rPr>
                              <m:t>𝐿</m:t>
                            </m:r>
                            <m:r>
                              <a:rPr lang="en-US" sz="1400" i="1" smtClean="0">
                                <a:latin typeface="Cambria Math" panose="02040503050406030204" pitchFamily="18" charset="0"/>
                                <a:cs typeface="Arial"/>
                              </a:rPr>
                              <m:t>1 </m:t>
                            </m:r>
                            <m:r>
                              <a:rPr lang="en-US" sz="1400" i="1" smtClean="0">
                                <a:latin typeface="Cambria Math" panose="02040503050406030204" pitchFamily="18" charset="0"/>
                                <a:cs typeface="Arial"/>
                              </a:rPr>
                              <m:t>𝐿𝑜𝑠𝑠</m:t>
                            </m:r>
                          </m:e>
                        </m:d>
                        <m:r>
                          <a:rPr lang="en-US" sz="1400" i="1" smtClean="0">
                            <a:latin typeface="Cambria Math" panose="02040503050406030204" pitchFamily="18" charset="0"/>
                            <a:cs typeface="Arial"/>
                          </a:rPr>
                          <m:t>+</m:t>
                        </m:r>
                        <m:r>
                          <a:rPr lang="en-US" sz="1400" i="1" smtClean="0">
                            <a:latin typeface="Cambria Math" panose="02040503050406030204" pitchFamily="18" charset="0"/>
                            <a:cs typeface="Arial"/>
                          </a:rPr>
                          <m:t>𝛽</m:t>
                        </m:r>
                        <m:r>
                          <a:rPr lang="en-US" sz="1400" i="1" smtClean="0">
                            <a:latin typeface="Cambria Math" panose="02040503050406030204" pitchFamily="18" charset="0"/>
                            <a:cs typeface="Arial"/>
                          </a:rPr>
                          <m:t>⋅</m:t>
                        </m:r>
                        <m:d>
                          <m:dPr>
                            <m:ctrlPr>
                              <a:rPr lang="en-US" sz="1400" i="1" smtClean="0">
                                <a:latin typeface="Cambria Math" panose="02040503050406030204" pitchFamily="18" charset="0"/>
                                <a:cs typeface="Arial"/>
                              </a:rPr>
                            </m:ctrlPr>
                          </m:dPr>
                          <m:e>
                            <m:r>
                              <a:rPr lang="en-US" sz="1400" i="1" smtClean="0">
                                <a:latin typeface="Cambria Math" panose="02040503050406030204" pitchFamily="18" charset="0"/>
                                <a:cs typeface="Arial"/>
                              </a:rPr>
                              <m:t>𝑆𝑆𝐼𝑀</m:t>
                            </m:r>
                            <m:r>
                              <a:rPr lang="en-US" sz="1400" i="1" smtClean="0">
                                <a:latin typeface="Cambria Math" panose="02040503050406030204" pitchFamily="18" charset="0"/>
                                <a:cs typeface="Arial"/>
                              </a:rPr>
                              <m:t> </m:t>
                            </m:r>
                            <m:r>
                              <a:rPr lang="en-US" sz="1400" i="1" smtClean="0">
                                <a:latin typeface="Cambria Math" panose="02040503050406030204" pitchFamily="18" charset="0"/>
                                <a:cs typeface="Arial"/>
                              </a:rPr>
                              <m:t>𝐿𝑜𝑠𝑠</m:t>
                            </m:r>
                          </m:e>
                        </m:d>
                        <m:r>
                          <a:rPr lang="en-US" sz="1400" i="1" smtClean="0">
                            <a:latin typeface="Cambria Math" panose="02040503050406030204" pitchFamily="18" charset="0"/>
                            <a:cs typeface="Arial"/>
                          </a:rPr>
                          <m:t>+</m:t>
                        </m:r>
                        <m:r>
                          <a:rPr lang="en-US" sz="1400" i="1" smtClean="0">
                            <a:latin typeface="Cambria Math" panose="02040503050406030204" pitchFamily="18" charset="0"/>
                            <a:cs typeface="Arial"/>
                          </a:rPr>
                          <m:t>𝛾</m:t>
                        </m:r>
                        <m:r>
                          <a:rPr lang="en-US" sz="1400" i="1" smtClean="0">
                            <a:latin typeface="Cambria Math" panose="02040503050406030204" pitchFamily="18" charset="0"/>
                            <a:cs typeface="Arial"/>
                          </a:rPr>
                          <m:t>⋅</m:t>
                        </m:r>
                        <m:d>
                          <m:dPr>
                            <m:ctrlPr>
                              <a:rPr lang="en-US" sz="1400" i="1" smtClean="0">
                                <a:latin typeface="Cambria Math" panose="02040503050406030204" pitchFamily="18" charset="0"/>
                                <a:cs typeface="Arial"/>
                              </a:rPr>
                            </m:ctrlPr>
                          </m:dPr>
                          <m:e>
                            <m:r>
                              <a:rPr lang="en-US" sz="1400" i="1" smtClean="0">
                                <a:latin typeface="Cambria Math" panose="02040503050406030204" pitchFamily="18" charset="0"/>
                                <a:cs typeface="Arial"/>
                              </a:rPr>
                              <m:t>𝐹𝑒𝑎𝑡𝑢𝑟𝑒</m:t>
                            </m:r>
                            <m:r>
                              <a:rPr lang="en-US" sz="1400" i="1" smtClean="0">
                                <a:latin typeface="Cambria Math" panose="02040503050406030204" pitchFamily="18" charset="0"/>
                                <a:cs typeface="Arial"/>
                              </a:rPr>
                              <m:t> </m:t>
                            </m:r>
                            <m:r>
                              <a:rPr lang="en-US" sz="1400" i="1" smtClean="0">
                                <a:latin typeface="Cambria Math" panose="02040503050406030204" pitchFamily="18" charset="0"/>
                                <a:cs typeface="Arial"/>
                              </a:rPr>
                              <m:t>𝐿𝑜𝑠𝑠</m:t>
                            </m:r>
                          </m:e>
                        </m:d>
                        <m:r>
                          <a:rPr lang="en-US" sz="1400" i="1" smtClean="0">
                            <a:latin typeface="Cambria Math" panose="02040503050406030204" pitchFamily="18" charset="0"/>
                            <a:cs typeface="Arial"/>
                          </a:rPr>
                          <m:t> </m:t>
                        </m:r>
                      </m:oMath>
                    </m:oMathPara>
                  </a14:m>
                  <a:endParaRPr lang="en-US" sz="1400" i="1">
                    <a:latin typeface="Cambria Math" panose="02040503050406030204" pitchFamily="18" charset="0"/>
                    <a:cs typeface="Arial"/>
                  </a:endParaRPr>
                </a:p>
                <a:p>
                  <a:pPr marL="56788" indent="0">
                    <a:buFont typeface="Wingdings" pitchFamily="2" charset="2"/>
                    <a:buNone/>
                  </a:pPr>
                  <a14:m>
                    <m:oMath xmlns:m="http://schemas.openxmlformats.org/officeDocument/2006/math">
                      <m:r>
                        <a:rPr lang="en-US" sz="1400" i="1" smtClean="0">
                          <a:latin typeface="Cambria Math" panose="02040503050406030204" pitchFamily="18" charset="0"/>
                          <a:cs typeface="Arial"/>
                        </a:rPr>
                        <m:t>𝛼</m:t>
                      </m:r>
                      <m:r>
                        <a:rPr lang="en-US" sz="1400" i="1" smtClean="0">
                          <a:latin typeface="Cambria Math" panose="02040503050406030204" pitchFamily="18" charset="0"/>
                          <a:cs typeface="Arial"/>
                        </a:rPr>
                        <m:t>,</m:t>
                      </m:r>
                      <m:r>
                        <a:rPr lang="en-US" sz="1400" i="1" smtClean="0">
                          <a:latin typeface="Cambria Math" panose="02040503050406030204" pitchFamily="18" charset="0"/>
                          <a:cs typeface="Arial"/>
                        </a:rPr>
                        <m:t>𝛽</m:t>
                      </m:r>
                      <m:r>
                        <a:rPr lang="en-US" sz="1400" i="1" smtClean="0">
                          <a:latin typeface="Cambria Math" panose="02040503050406030204" pitchFamily="18" charset="0"/>
                          <a:cs typeface="Arial"/>
                        </a:rPr>
                        <m:t>,</m:t>
                      </m:r>
                      <m:r>
                        <a:rPr lang="en-US" sz="1400" i="1" smtClean="0">
                          <a:latin typeface="Cambria Math" panose="02040503050406030204" pitchFamily="18" charset="0"/>
                          <a:cs typeface="Arial"/>
                        </a:rPr>
                        <m:t>𝛾</m:t>
                      </m:r>
                      <m:r>
                        <a:rPr lang="en-US" sz="1400" i="1" smtClean="0">
                          <a:latin typeface="Cambria Math" panose="02040503050406030204" pitchFamily="18" charset="0"/>
                          <a:cs typeface="Arial"/>
                        </a:rPr>
                        <m:t>=</m:t>
                      </m:r>
                    </m:oMath>
                  </a14:m>
                  <a:r>
                    <a:rPr lang="en-US" sz="1400">
                      <a:latin typeface="Arial"/>
                      <a:cs typeface="Arial"/>
                    </a:rPr>
                    <a:t> hyper parameter weights</a:t>
                  </a:r>
                </a:p>
              </p:txBody>
            </p:sp>
          </mc:Choice>
          <mc:Fallback xmlns="">
            <p:sp>
              <p:nvSpPr>
                <p:cNvPr id="29" name="Content Placeholder 2">
                  <a:extLst>
                    <a:ext uri="{FF2B5EF4-FFF2-40B4-BE49-F238E27FC236}">
                      <a16:creationId xmlns:a16="http://schemas.microsoft.com/office/drawing/2014/main" id="{16642A12-93DF-37BB-4495-CE05DF00FADC}"/>
                    </a:ext>
                  </a:extLst>
                </p:cNvPr>
                <p:cNvSpPr txBox="1">
                  <a:spLocks noRot="1" noChangeAspect="1" noMove="1" noResize="1" noEditPoints="1" noAdjustHandles="1" noChangeArrowheads="1" noChangeShapeType="1" noTextEdit="1"/>
                </p:cNvSpPr>
                <p:nvPr/>
              </p:nvSpPr>
              <p:spPr>
                <a:xfrm>
                  <a:off x="6839024" y="5420725"/>
                  <a:ext cx="5469213" cy="897111"/>
                </a:xfrm>
                <a:prstGeom prst="rect">
                  <a:avLst/>
                </a:prstGeom>
                <a:blipFill>
                  <a:blip r:embed="rId7"/>
                  <a:stretch>
                    <a:fillRect/>
                  </a:stretch>
                </a:blipFill>
              </p:spPr>
              <p:txBody>
                <a:bodyPr/>
                <a:lstStyle/>
                <a:p>
                  <a:r>
                    <a:rPr lang="en-US">
                      <a:noFill/>
                    </a:rPr>
                    <a:t> </a:t>
                  </a:r>
                </a:p>
              </p:txBody>
            </p:sp>
          </mc:Fallback>
        </mc:AlternateContent>
      </p:grpSp>
      <p:sp>
        <p:nvSpPr>
          <p:cNvPr id="4" name="TextBox 3">
            <a:extLst>
              <a:ext uri="{FF2B5EF4-FFF2-40B4-BE49-F238E27FC236}">
                <a16:creationId xmlns:a16="http://schemas.microsoft.com/office/drawing/2014/main" id="{46816ED6-87AB-00FF-35A2-A4CCF2F1C950}"/>
              </a:ext>
            </a:extLst>
          </p:cNvPr>
          <p:cNvSpPr txBox="1"/>
          <p:nvPr/>
        </p:nvSpPr>
        <p:spPr>
          <a:xfrm>
            <a:off x="6981658" y="5995737"/>
            <a:ext cx="4749133"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solidFill>
                  <a:srgbClr val="333333"/>
                </a:solidFill>
                <a:highlight>
                  <a:srgbClr val="FFFFFF"/>
                </a:highlight>
                <a:ea typeface="+mn-lt"/>
                <a:cs typeface="+mn-lt"/>
              </a:rPr>
              <a:t>P. J. DiMeo, S. Sivaramakrishnan and V. Iyer, "AI-Based 3D Antenna Pattern Reconstruction," </a:t>
            </a:r>
            <a:r>
              <a:rPr lang="en-US" sz="1000" i="1" dirty="0">
                <a:solidFill>
                  <a:srgbClr val="333333"/>
                </a:solidFill>
                <a:highlight>
                  <a:srgbClr val="FFFFFF"/>
                </a:highlight>
                <a:ea typeface="+mn-lt"/>
                <a:cs typeface="+mn-lt"/>
              </a:rPr>
              <a:t>2024 IEEE International Symposium on Antennas and Propagation and INC/USNC‐URSI Radio Science Meeting (AP-S/INC-USNC-URSI)</a:t>
            </a:r>
            <a:r>
              <a:rPr lang="en-US" sz="1000" dirty="0">
                <a:solidFill>
                  <a:srgbClr val="333333"/>
                </a:solidFill>
                <a:highlight>
                  <a:srgbClr val="FFFFFF"/>
                </a:highlight>
                <a:ea typeface="+mn-lt"/>
                <a:cs typeface="+mn-lt"/>
              </a:rPr>
              <a:t>, Firenze, Italy, 2024, pp. 1-2, </a:t>
            </a:r>
            <a:r>
              <a:rPr lang="en-US" sz="1000" dirty="0" err="1">
                <a:solidFill>
                  <a:srgbClr val="333333"/>
                </a:solidFill>
                <a:highlight>
                  <a:srgbClr val="FFFFFF"/>
                </a:highlight>
                <a:ea typeface="+mn-lt"/>
                <a:cs typeface="+mn-lt"/>
                <a:hlinkClick r:id="rId8"/>
              </a:rPr>
              <a:t>doi</a:t>
            </a:r>
            <a:r>
              <a:rPr lang="en-US" sz="1000" dirty="0">
                <a:solidFill>
                  <a:srgbClr val="333333"/>
                </a:solidFill>
                <a:highlight>
                  <a:srgbClr val="FFFFFF"/>
                </a:highlight>
                <a:ea typeface="+mn-lt"/>
                <a:cs typeface="+mn-lt"/>
                <a:hlinkClick r:id="rId8"/>
              </a:rPr>
              <a:t>: 10.1109/AP-S/INC-USNC-URSI52054.2024.10686954</a:t>
            </a:r>
            <a:r>
              <a:rPr lang="en-US" sz="1000" dirty="0">
                <a:solidFill>
                  <a:srgbClr val="333333"/>
                </a:solidFill>
                <a:highlight>
                  <a:srgbClr val="FFFFFF"/>
                </a:highlight>
                <a:ea typeface="+mn-lt"/>
                <a:cs typeface="+mn-lt"/>
              </a:rPr>
              <a:t>.</a:t>
            </a:r>
            <a:endParaRPr lang="en-US" sz="1000" dirty="0">
              <a:highlight>
                <a:srgbClr val="FFFFFF"/>
              </a:highlight>
              <a:ea typeface="+mn-lt"/>
              <a:cs typeface="+mn-lt"/>
            </a:endParaRPr>
          </a:p>
        </p:txBody>
      </p:sp>
    </p:spTree>
    <p:extLst>
      <p:ext uri="{BB962C8B-B14F-4D97-AF65-F5344CB8AC3E}">
        <p14:creationId xmlns:p14="http://schemas.microsoft.com/office/powerpoint/2010/main" val="1024341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rontiers | A Novel Elastomeric UNet for Medical Image Segmentation">
            <a:extLst>
              <a:ext uri="{FF2B5EF4-FFF2-40B4-BE49-F238E27FC236}">
                <a16:creationId xmlns:a16="http://schemas.microsoft.com/office/drawing/2014/main" id="{78EFA86B-2819-E21A-F7B8-1C53D229D191}"/>
              </a:ext>
            </a:extLst>
          </p:cNvPr>
          <p:cNvPicPr>
            <a:picLocks noChangeAspect="1"/>
          </p:cNvPicPr>
          <p:nvPr/>
        </p:nvPicPr>
        <p:blipFill>
          <a:blip r:embed="rId3"/>
          <a:srcRect r="-253"/>
          <a:stretch>
            <a:fillRect/>
          </a:stretch>
        </p:blipFill>
        <p:spPr>
          <a:xfrm>
            <a:off x="6943474" y="3459330"/>
            <a:ext cx="3829194" cy="2105025"/>
          </a:xfrm>
          <a:prstGeom prst="rect">
            <a:avLst/>
          </a:prstGeom>
        </p:spPr>
      </p:pic>
      <p:sp>
        <p:nvSpPr>
          <p:cNvPr id="2" name="Title 1">
            <a:extLst>
              <a:ext uri="{FF2B5EF4-FFF2-40B4-BE49-F238E27FC236}">
                <a16:creationId xmlns:a16="http://schemas.microsoft.com/office/drawing/2014/main" id="{E455A333-2A12-B055-047F-85341A77A507}"/>
              </a:ext>
            </a:extLst>
          </p:cNvPr>
          <p:cNvSpPr>
            <a:spLocks noGrp="1"/>
          </p:cNvSpPr>
          <p:nvPr>
            <p:ph type="title"/>
          </p:nvPr>
        </p:nvSpPr>
        <p:spPr/>
        <p:txBody>
          <a:bodyPr/>
          <a:lstStyle/>
          <a:p>
            <a:r>
              <a:rPr lang="en-US"/>
              <a:t>AI-Enabled Pattern Reconstruction – </a:t>
            </a:r>
            <a:r>
              <a:rPr lang="en-US" i="1"/>
              <a:t>Generator Architecture</a:t>
            </a:r>
          </a:p>
        </p:txBody>
      </p:sp>
      <p:sp>
        <p:nvSpPr>
          <p:cNvPr id="3" name="Content Placeholder 2">
            <a:extLst>
              <a:ext uri="{FF2B5EF4-FFF2-40B4-BE49-F238E27FC236}">
                <a16:creationId xmlns:a16="http://schemas.microsoft.com/office/drawing/2014/main" id="{5B547835-BF8F-00D9-BBA1-C873D74BAFBC}"/>
              </a:ext>
            </a:extLst>
          </p:cNvPr>
          <p:cNvSpPr>
            <a:spLocks noGrp="1"/>
          </p:cNvSpPr>
          <p:nvPr>
            <p:ph idx="1"/>
          </p:nvPr>
        </p:nvSpPr>
        <p:spPr>
          <a:xfrm>
            <a:off x="202823" y="1194654"/>
            <a:ext cx="10769600" cy="968321"/>
          </a:xfrm>
        </p:spPr>
        <p:txBody>
          <a:bodyPr vert="horz" lIns="91440" tIns="45720" rIns="91440" bIns="45720" rtlCol="0" anchor="t">
            <a:noAutofit/>
          </a:bodyPr>
          <a:lstStyle/>
          <a:p>
            <a:pPr marL="0" indent="0">
              <a:buNone/>
            </a:pPr>
            <a:r>
              <a:rPr lang="en-US" b="0" i="0" u="none" strike="noStrike" baseline="0">
                <a:solidFill>
                  <a:srgbClr val="000000"/>
                </a:solidFill>
                <a:latin typeface="+mn-lt"/>
                <a:cs typeface="Arial"/>
              </a:rPr>
              <a:t>Generative model similar to multi-sequence-to-image convolutional neural network (CNN) with a U-Net backbone [1]</a:t>
            </a:r>
            <a:endParaRPr lang="en-US"/>
          </a:p>
        </p:txBody>
      </p:sp>
      <p:sp>
        <p:nvSpPr>
          <p:cNvPr id="9" name="TextBox 8">
            <a:extLst>
              <a:ext uri="{FF2B5EF4-FFF2-40B4-BE49-F238E27FC236}">
                <a16:creationId xmlns:a16="http://schemas.microsoft.com/office/drawing/2014/main" id="{BFB48DB3-609B-74CA-87C1-D8874E6C6DE4}"/>
              </a:ext>
            </a:extLst>
          </p:cNvPr>
          <p:cNvSpPr txBox="1"/>
          <p:nvPr/>
        </p:nvSpPr>
        <p:spPr>
          <a:xfrm>
            <a:off x="101603" y="6109551"/>
            <a:ext cx="11277599" cy="769441"/>
          </a:xfrm>
          <a:prstGeom prst="rect">
            <a:avLst/>
          </a:prstGeom>
          <a:noFill/>
        </p:spPr>
        <p:txBody>
          <a:bodyPr wrap="square">
            <a:spAutoFit/>
          </a:bodyPr>
          <a:lstStyle/>
          <a:p>
            <a:r>
              <a:rPr lang="en-US" sz="1100" b="0" i="0" u="none" strike="noStrike" baseline="0">
                <a:solidFill>
                  <a:srgbClr val="000000"/>
                </a:solidFill>
                <a:latin typeface="+mj-lt"/>
              </a:rPr>
              <a:t>[1] V. </a:t>
            </a:r>
            <a:r>
              <a:rPr lang="en-US" sz="1100" b="0" i="0" u="none" strike="noStrike" baseline="0" err="1">
                <a:solidFill>
                  <a:srgbClr val="000000"/>
                </a:solidFill>
                <a:latin typeface="+mj-lt"/>
              </a:rPr>
              <a:t>Ghodrati</a:t>
            </a:r>
            <a:r>
              <a:rPr lang="en-US" sz="1100" b="0" i="0" u="none" strike="noStrike" baseline="0">
                <a:solidFill>
                  <a:srgbClr val="000000"/>
                </a:solidFill>
                <a:latin typeface="+mj-lt"/>
              </a:rPr>
              <a:t>, J. Shao, M. </a:t>
            </a:r>
            <a:r>
              <a:rPr lang="en-US" sz="1100" b="0" i="0" u="none" strike="noStrike" baseline="0" err="1">
                <a:solidFill>
                  <a:srgbClr val="000000"/>
                </a:solidFill>
                <a:latin typeface="+mj-lt"/>
              </a:rPr>
              <a:t>Bydder</a:t>
            </a:r>
            <a:r>
              <a:rPr lang="en-US" sz="1100" b="0" i="0" u="none" strike="noStrike" baseline="0">
                <a:solidFill>
                  <a:srgbClr val="000000"/>
                </a:solidFill>
                <a:latin typeface="+mj-lt"/>
              </a:rPr>
              <a:t>, Z. Zhou, W. Yin, K. L. Nguyen, Y. Yang, and P. Hu, "MR image reconstruction using deep learning: evaluation of network structure and loss functions," </a:t>
            </a:r>
            <a:r>
              <a:rPr lang="en-US" sz="1100" b="0" i="1" u="none" strike="noStrike" baseline="0">
                <a:solidFill>
                  <a:srgbClr val="000000"/>
                </a:solidFill>
                <a:latin typeface="+mj-lt"/>
              </a:rPr>
              <a:t>Quant Imaging Med Surg. </a:t>
            </a:r>
            <a:r>
              <a:rPr lang="en-US" sz="1100" b="0" i="0" u="none" strike="noStrike" baseline="0">
                <a:solidFill>
                  <a:srgbClr val="000000"/>
                </a:solidFill>
                <a:latin typeface="+mj-lt"/>
              </a:rPr>
              <a:t>vol. 9, no. 9, pp. 1516-1527, Sep. 2019. </a:t>
            </a:r>
            <a:r>
              <a:rPr lang="en-US" sz="1100" b="0" i="0" u="none" strike="noStrike" baseline="0" err="1">
                <a:solidFill>
                  <a:srgbClr val="000000"/>
                </a:solidFill>
                <a:latin typeface="+mj-lt"/>
              </a:rPr>
              <a:t>doi</a:t>
            </a:r>
            <a:r>
              <a:rPr lang="en-US" sz="1100" b="0" i="0" u="none" strike="noStrike" baseline="0">
                <a:solidFill>
                  <a:srgbClr val="000000"/>
                </a:solidFill>
                <a:latin typeface="+mj-lt"/>
              </a:rPr>
              <a:t>: 10.21037/qims.2019.08.10. </a:t>
            </a:r>
          </a:p>
          <a:p>
            <a:r>
              <a:rPr lang="en-US" sz="1100"/>
              <a:t>[2] S. Cai, Y. Wu, and G. Chen, "A Novel Elastomeric </a:t>
            </a:r>
            <a:r>
              <a:rPr lang="en-US" sz="1100" err="1"/>
              <a:t>UNet</a:t>
            </a:r>
            <a:r>
              <a:rPr lang="en-US" sz="1100"/>
              <a:t> for Medical Image Segmentation," </a:t>
            </a:r>
            <a:r>
              <a:rPr lang="en-US" sz="1100" i="1"/>
              <a:t>Front. Aging </a:t>
            </a:r>
            <a:r>
              <a:rPr lang="en-US" sz="1100" i="1" err="1"/>
              <a:t>Neurosci</a:t>
            </a:r>
            <a:r>
              <a:rPr lang="en-US" sz="1100" i="1"/>
              <a:t>.</a:t>
            </a:r>
            <a:r>
              <a:rPr lang="en-US" sz="1100"/>
              <a:t>, vol. 14, p. 841297, Mar. 2022. [Online]. Available: </a:t>
            </a:r>
            <a:r>
              <a:rPr lang="en-US" sz="1100">
                <a:hlinkClick r:id="rId4"/>
              </a:rPr>
              <a:t>https://doi.org/10.3389/fnagi.2022.841297</a:t>
            </a:r>
            <a:endParaRPr lang="en-US" sz="1100" b="0" i="0" u="none" strike="noStrike" baseline="0">
              <a:solidFill>
                <a:srgbClr val="000000"/>
              </a:solidFill>
              <a:latin typeface="+mj-lt"/>
            </a:endParaRPr>
          </a:p>
        </p:txBody>
      </p:sp>
      <p:pic>
        <p:nvPicPr>
          <p:cNvPr id="4" name="Content Placeholder 4">
            <a:extLst>
              <a:ext uri="{FF2B5EF4-FFF2-40B4-BE49-F238E27FC236}">
                <a16:creationId xmlns:a16="http://schemas.microsoft.com/office/drawing/2014/main" id="{B1ECC07E-D56E-80B1-79CD-9D40797E082F}"/>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l="15768" r="17931" b="5606"/>
          <a:stretch/>
        </p:blipFill>
        <p:spPr>
          <a:xfrm>
            <a:off x="426557" y="2794846"/>
            <a:ext cx="1344219" cy="1435343"/>
          </a:xfrm>
          <a:prstGeom prst="rect">
            <a:avLst/>
          </a:prstGeom>
        </p:spPr>
      </p:pic>
      <p:pic>
        <p:nvPicPr>
          <p:cNvPr id="5" name="Graphic 4">
            <a:extLst>
              <a:ext uri="{FF2B5EF4-FFF2-40B4-BE49-F238E27FC236}">
                <a16:creationId xmlns:a16="http://schemas.microsoft.com/office/drawing/2014/main" id="{064C3378-3DF0-A384-ABBD-C2BF3DAF0897}"/>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6"/>
              </a:ext>
            </a:extLst>
          </a:blip>
          <a:srcRect l="15366" r="18332" b="5606"/>
          <a:stretch/>
        </p:blipFill>
        <p:spPr>
          <a:xfrm>
            <a:off x="426557" y="4320313"/>
            <a:ext cx="1344220" cy="1435322"/>
          </a:xfrm>
          <a:prstGeom prst="rect">
            <a:avLst/>
          </a:prstGeom>
        </p:spPr>
      </p:pic>
      <p:cxnSp>
        <p:nvCxnSpPr>
          <p:cNvPr id="36" name="Straight Arrow Connector 35">
            <a:extLst>
              <a:ext uri="{FF2B5EF4-FFF2-40B4-BE49-F238E27FC236}">
                <a16:creationId xmlns:a16="http://schemas.microsoft.com/office/drawing/2014/main" id="{55116FD4-2641-4F0C-A687-61EA0D43D91D}"/>
              </a:ext>
            </a:extLst>
          </p:cNvPr>
          <p:cNvCxnSpPr>
            <a:cxnSpLocks/>
            <a:stCxn id="4" idx="3"/>
          </p:cNvCxnSpPr>
          <p:nvPr/>
        </p:nvCxnSpPr>
        <p:spPr>
          <a:xfrm flipV="1">
            <a:off x="1770776" y="3510557"/>
            <a:ext cx="429324" cy="196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8" name="Straight Arrow Connector 37">
            <a:extLst>
              <a:ext uri="{FF2B5EF4-FFF2-40B4-BE49-F238E27FC236}">
                <a16:creationId xmlns:a16="http://schemas.microsoft.com/office/drawing/2014/main" id="{8A8A0E2A-DA2C-9241-1270-55757EAC466D}"/>
              </a:ext>
            </a:extLst>
          </p:cNvPr>
          <p:cNvCxnSpPr>
            <a:cxnSpLocks/>
            <a:stCxn id="275" idx="3"/>
            <a:endCxn id="509" idx="2"/>
          </p:cNvCxnSpPr>
          <p:nvPr/>
        </p:nvCxnSpPr>
        <p:spPr>
          <a:xfrm flipV="1">
            <a:off x="3291584" y="3521754"/>
            <a:ext cx="355412" cy="465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42" name="TextBox 41">
            <a:extLst>
              <a:ext uri="{FF2B5EF4-FFF2-40B4-BE49-F238E27FC236}">
                <a16:creationId xmlns:a16="http://schemas.microsoft.com/office/drawing/2014/main" id="{8DC2AC29-C0DB-A511-FED4-02C7F0A10B6E}"/>
              </a:ext>
            </a:extLst>
          </p:cNvPr>
          <p:cNvSpPr txBox="1"/>
          <p:nvPr/>
        </p:nvSpPr>
        <p:spPr>
          <a:xfrm>
            <a:off x="675179" y="2364500"/>
            <a:ext cx="2651688" cy="400110"/>
          </a:xfrm>
          <a:prstGeom prst="rect">
            <a:avLst/>
          </a:prstGeom>
          <a:noFill/>
        </p:spPr>
        <p:txBody>
          <a:bodyPr wrap="none" rtlCol="0">
            <a:spAutoFit/>
          </a:bodyPr>
          <a:lstStyle/>
          <a:p>
            <a:r>
              <a:rPr lang="en-US" sz="2000" b="1">
                <a:latin typeface="Arial" pitchFamily="34" charset="0"/>
                <a:cs typeface="Arial" pitchFamily="34" charset="0"/>
              </a:rPr>
              <a:t>Construct sequence</a:t>
            </a:r>
          </a:p>
        </p:txBody>
      </p:sp>
      <p:cxnSp>
        <p:nvCxnSpPr>
          <p:cNvPr id="43" name="Straight Arrow Connector 42">
            <a:extLst>
              <a:ext uri="{FF2B5EF4-FFF2-40B4-BE49-F238E27FC236}">
                <a16:creationId xmlns:a16="http://schemas.microsoft.com/office/drawing/2014/main" id="{4EBC2E61-BC2B-B7E0-DA3F-F720480693F0}"/>
              </a:ext>
            </a:extLst>
          </p:cNvPr>
          <p:cNvCxnSpPr>
            <a:cxnSpLocks/>
            <a:stCxn id="198" idx="0"/>
          </p:cNvCxnSpPr>
          <p:nvPr/>
        </p:nvCxnSpPr>
        <p:spPr>
          <a:xfrm>
            <a:off x="2333862" y="5037974"/>
            <a:ext cx="72018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66" name="Straight Arrow Connector 265">
            <a:extLst>
              <a:ext uri="{FF2B5EF4-FFF2-40B4-BE49-F238E27FC236}">
                <a16:creationId xmlns:a16="http://schemas.microsoft.com/office/drawing/2014/main" id="{D14D4149-B170-6DFA-804E-570F4019404B}"/>
              </a:ext>
            </a:extLst>
          </p:cNvPr>
          <p:cNvCxnSpPr>
            <a:cxnSpLocks/>
            <a:stCxn id="5" idx="3"/>
            <a:endCxn id="198" idx="2"/>
          </p:cNvCxnSpPr>
          <p:nvPr/>
        </p:nvCxnSpPr>
        <p:spPr>
          <a:xfrm>
            <a:off x="1770777" y="5037974"/>
            <a:ext cx="43576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nvGrpSpPr>
          <p:cNvPr id="272" name="Group 271">
            <a:extLst>
              <a:ext uri="{FF2B5EF4-FFF2-40B4-BE49-F238E27FC236}">
                <a16:creationId xmlns:a16="http://schemas.microsoft.com/office/drawing/2014/main" id="{4E347EA4-819B-BE79-C76B-DFFA8C5710A6}"/>
              </a:ext>
            </a:extLst>
          </p:cNvPr>
          <p:cNvGrpSpPr/>
          <p:nvPr/>
        </p:nvGrpSpPr>
        <p:grpSpPr>
          <a:xfrm>
            <a:off x="2206540" y="4497838"/>
            <a:ext cx="127321" cy="1077753"/>
            <a:chOff x="2518180" y="4645556"/>
            <a:chExt cx="127321" cy="1077753"/>
          </a:xfrm>
        </p:grpSpPr>
        <p:grpSp>
          <p:nvGrpSpPr>
            <p:cNvPr id="193" name="Group 192">
              <a:extLst>
                <a:ext uri="{FF2B5EF4-FFF2-40B4-BE49-F238E27FC236}">
                  <a16:creationId xmlns:a16="http://schemas.microsoft.com/office/drawing/2014/main" id="{C2E07257-CC8D-DDF3-B41C-7244C3D7D528}"/>
                </a:ext>
              </a:extLst>
            </p:cNvPr>
            <p:cNvGrpSpPr/>
            <p:nvPr/>
          </p:nvGrpSpPr>
          <p:grpSpPr>
            <a:xfrm rot="5400000">
              <a:off x="2101721" y="5062017"/>
              <a:ext cx="960242" cy="127319"/>
              <a:chOff x="2389719" y="3429000"/>
              <a:chExt cx="1701376" cy="225587"/>
            </a:xfrm>
          </p:grpSpPr>
          <p:sp>
            <p:nvSpPr>
              <p:cNvPr id="194" name="Rectangle 193">
                <a:extLst>
                  <a:ext uri="{FF2B5EF4-FFF2-40B4-BE49-F238E27FC236}">
                    <a16:creationId xmlns:a16="http://schemas.microsoft.com/office/drawing/2014/main" id="{8964288F-4688-3B26-AB07-BCAF90124D91}"/>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95" name="Rectangle 194">
                <a:extLst>
                  <a:ext uri="{FF2B5EF4-FFF2-40B4-BE49-F238E27FC236}">
                    <a16:creationId xmlns:a16="http://schemas.microsoft.com/office/drawing/2014/main" id="{0115C3AA-1464-7DC4-2D2F-3FEB0FCD8D78}"/>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96" name="Rectangle 195">
                <a:extLst>
                  <a:ext uri="{FF2B5EF4-FFF2-40B4-BE49-F238E27FC236}">
                    <a16:creationId xmlns:a16="http://schemas.microsoft.com/office/drawing/2014/main" id="{ABC7B0ED-8551-8CAB-FC50-F7FFA985F43F}"/>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97" name="Rectangle 196">
                <a:extLst>
                  <a:ext uri="{FF2B5EF4-FFF2-40B4-BE49-F238E27FC236}">
                    <a16:creationId xmlns:a16="http://schemas.microsoft.com/office/drawing/2014/main" id="{8E11A399-623D-969F-36C8-AFE429E150C8}"/>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98" name="Rectangle 197">
                <a:extLst>
                  <a:ext uri="{FF2B5EF4-FFF2-40B4-BE49-F238E27FC236}">
                    <a16:creationId xmlns:a16="http://schemas.microsoft.com/office/drawing/2014/main" id="{83C8A390-13F2-B552-F409-90CA5CF0109E}"/>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99" name="Rectangle 198">
                <a:extLst>
                  <a:ext uri="{FF2B5EF4-FFF2-40B4-BE49-F238E27FC236}">
                    <a16:creationId xmlns:a16="http://schemas.microsoft.com/office/drawing/2014/main" id="{4C689CFE-0E45-3CC6-1985-46C455D6C4D1}"/>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200" name="Rectangle 199">
                <a:extLst>
                  <a:ext uri="{FF2B5EF4-FFF2-40B4-BE49-F238E27FC236}">
                    <a16:creationId xmlns:a16="http://schemas.microsoft.com/office/drawing/2014/main" id="{827EEE1F-6A77-5987-CEAB-06B59E474916}"/>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201" name="Rectangle 200">
                <a:extLst>
                  <a:ext uri="{FF2B5EF4-FFF2-40B4-BE49-F238E27FC236}">
                    <a16:creationId xmlns:a16="http://schemas.microsoft.com/office/drawing/2014/main" id="{3928D5CF-604A-FA7B-C176-794FB7D7B19F}"/>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271" name="Rectangle 270">
              <a:extLst>
                <a:ext uri="{FF2B5EF4-FFF2-40B4-BE49-F238E27FC236}">
                  <a16:creationId xmlns:a16="http://schemas.microsoft.com/office/drawing/2014/main" id="{93A1F90A-3AEE-ECA8-BF09-430EF121FD51}"/>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273" name="Group 272">
            <a:extLst>
              <a:ext uri="{FF2B5EF4-FFF2-40B4-BE49-F238E27FC236}">
                <a16:creationId xmlns:a16="http://schemas.microsoft.com/office/drawing/2014/main" id="{93ECC615-F83E-273D-A11B-355D4AAC2299}"/>
              </a:ext>
            </a:extLst>
          </p:cNvPr>
          <p:cNvGrpSpPr/>
          <p:nvPr/>
        </p:nvGrpSpPr>
        <p:grpSpPr>
          <a:xfrm rot="16200000">
            <a:off x="2689047" y="2987528"/>
            <a:ext cx="127321" cy="1077753"/>
            <a:chOff x="2518180" y="4645556"/>
            <a:chExt cx="127321" cy="1077753"/>
          </a:xfrm>
        </p:grpSpPr>
        <p:grpSp>
          <p:nvGrpSpPr>
            <p:cNvPr id="274" name="Group 273">
              <a:extLst>
                <a:ext uri="{FF2B5EF4-FFF2-40B4-BE49-F238E27FC236}">
                  <a16:creationId xmlns:a16="http://schemas.microsoft.com/office/drawing/2014/main" id="{8DC17BD1-070B-89C8-CFCA-872C4B98115A}"/>
                </a:ext>
              </a:extLst>
            </p:cNvPr>
            <p:cNvGrpSpPr/>
            <p:nvPr/>
          </p:nvGrpSpPr>
          <p:grpSpPr>
            <a:xfrm rot="5400000">
              <a:off x="2101721" y="5062017"/>
              <a:ext cx="960242" cy="127319"/>
              <a:chOff x="2389719" y="3429000"/>
              <a:chExt cx="1701376" cy="225587"/>
            </a:xfrm>
          </p:grpSpPr>
          <p:sp>
            <p:nvSpPr>
              <p:cNvPr id="276" name="Rectangle 275">
                <a:extLst>
                  <a:ext uri="{FF2B5EF4-FFF2-40B4-BE49-F238E27FC236}">
                    <a16:creationId xmlns:a16="http://schemas.microsoft.com/office/drawing/2014/main" id="{40997CD4-6517-97FC-F465-15F9F47188B1}"/>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277" name="Rectangle 276">
                <a:extLst>
                  <a:ext uri="{FF2B5EF4-FFF2-40B4-BE49-F238E27FC236}">
                    <a16:creationId xmlns:a16="http://schemas.microsoft.com/office/drawing/2014/main" id="{271D03E2-7A07-2498-E8B7-425936BA176B}"/>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278" name="Rectangle 277">
                <a:extLst>
                  <a:ext uri="{FF2B5EF4-FFF2-40B4-BE49-F238E27FC236}">
                    <a16:creationId xmlns:a16="http://schemas.microsoft.com/office/drawing/2014/main" id="{87B65844-41D8-DB5C-44D8-1CFD4197421C}"/>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279" name="Rectangle 278">
                <a:extLst>
                  <a:ext uri="{FF2B5EF4-FFF2-40B4-BE49-F238E27FC236}">
                    <a16:creationId xmlns:a16="http://schemas.microsoft.com/office/drawing/2014/main" id="{3AB60A1A-2E15-4721-119B-7A6FC075940A}"/>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280" name="Rectangle 279">
                <a:extLst>
                  <a:ext uri="{FF2B5EF4-FFF2-40B4-BE49-F238E27FC236}">
                    <a16:creationId xmlns:a16="http://schemas.microsoft.com/office/drawing/2014/main" id="{2C5B789F-0655-6993-3FD8-0F2EBA9463A9}"/>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281" name="Rectangle 280">
                <a:extLst>
                  <a:ext uri="{FF2B5EF4-FFF2-40B4-BE49-F238E27FC236}">
                    <a16:creationId xmlns:a16="http://schemas.microsoft.com/office/drawing/2014/main" id="{E024F0B5-C292-B45B-5DE1-AA2393B7D1B4}"/>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282" name="Rectangle 281">
                <a:extLst>
                  <a:ext uri="{FF2B5EF4-FFF2-40B4-BE49-F238E27FC236}">
                    <a16:creationId xmlns:a16="http://schemas.microsoft.com/office/drawing/2014/main" id="{A3812F88-109C-BC58-44A6-C9539721A6B1}"/>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283" name="Rectangle 282">
                <a:extLst>
                  <a:ext uri="{FF2B5EF4-FFF2-40B4-BE49-F238E27FC236}">
                    <a16:creationId xmlns:a16="http://schemas.microsoft.com/office/drawing/2014/main" id="{F37569F9-5A85-3738-F7AF-6B63810A474D}"/>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275" name="Rectangle 274">
              <a:extLst>
                <a:ext uri="{FF2B5EF4-FFF2-40B4-BE49-F238E27FC236}">
                  <a16:creationId xmlns:a16="http://schemas.microsoft.com/office/drawing/2014/main" id="{144F0A23-7BA9-1427-679A-0940DE181C0A}"/>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401" name="Group 400">
            <a:extLst>
              <a:ext uri="{FF2B5EF4-FFF2-40B4-BE49-F238E27FC236}">
                <a16:creationId xmlns:a16="http://schemas.microsoft.com/office/drawing/2014/main" id="{BA5868E2-ABCF-B0C2-29E6-D8AD9D7D695E}"/>
              </a:ext>
            </a:extLst>
          </p:cNvPr>
          <p:cNvGrpSpPr/>
          <p:nvPr/>
        </p:nvGrpSpPr>
        <p:grpSpPr>
          <a:xfrm>
            <a:off x="2753967" y="4495059"/>
            <a:ext cx="1271485" cy="1077754"/>
            <a:chOff x="3392635" y="4521299"/>
            <a:chExt cx="1271485" cy="1077754"/>
          </a:xfrm>
        </p:grpSpPr>
        <p:grpSp>
          <p:nvGrpSpPr>
            <p:cNvPr id="291" name="Group 290">
              <a:extLst>
                <a:ext uri="{FF2B5EF4-FFF2-40B4-BE49-F238E27FC236}">
                  <a16:creationId xmlns:a16="http://schemas.microsoft.com/office/drawing/2014/main" id="{3D35A3AE-B998-E527-FAF0-DADB1E52300C}"/>
                </a:ext>
              </a:extLst>
            </p:cNvPr>
            <p:cNvGrpSpPr/>
            <p:nvPr/>
          </p:nvGrpSpPr>
          <p:grpSpPr>
            <a:xfrm>
              <a:off x="3392635" y="4521300"/>
              <a:ext cx="127321" cy="1077753"/>
              <a:chOff x="2518180" y="4645556"/>
              <a:chExt cx="127321" cy="1077753"/>
            </a:xfrm>
          </p:grpSpPr>
          <p:grpSp>
            <p:nvGrpSpPr>
              <p:cNvPr id="292" name="Group 291">
                <a:extLst>
                  <a:ext uri="{FF2B5EF4-FFF2-40B4-BE49-F238E27FC236}">
                    <a16:creationId xmlns:a16="http://schemas.microsoft.com/office/drawing/2014/main" id="{1B9A6907-28A8-19B2-7346-8C8FDCE23527}"/>
                  </a:ext>
                </a:extLst>
              </p:cNvPr>
              <p:cNvGrpSpPr/>
              <p:nvPr/>
            </p:nvGrpSpPr>
            <p:grpSpPr>
              <a:xfrm rot="5400000">
                <a:off x="2101721" y="5062017"/>
                <a:ext cx="960242" cy="127319"/>
                <a:chOff x="2389719" y="3429000"/>
                <a:chExt cx="1701376" cy="225587"/>
              </a:xfrm>
            </p:grpSpPr>
            <p:sp>
              <p:nvSpPr>
                <p:cNvPr id="294" name="Rectangle 293">
                  <a:extLst>
                    <a:ext uri="{FF2B5EF4-FFF2-40B4-BE49-F238E27FC236}">
                      <a16:creationId xmlns:a16="http://schemas.microsoft.com/office/drawing/2014/main" id="{859DFC9E-87FD-1BD5-BC59-1099045360B6}"/>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295" name="Rectangle 294">
                  <a:extLst>
                    <a:ext uri="{FF2B5EF4-FFF2-40B4-BE49-F238E27FC236}">
                      <a16:creationId xmlns:a16="http://schemas.microsoft.com/office/drawing/2014/main" id="{0CE2AE0D-F798-44AA-5B6C-B841AA18F971}"/>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296" name="Rectangle 295">
                  <a:extLst>
                    <a:ext uri="{FF2B5EF4-FFF2-40B4-BE49-F238E27FC236}">
                      <a16:creationId xmlns:a16="http://schemas.microsoft.com/office/drawing/2014/main" id="{EC45C2B6-E4E7-F268-F484-32680BCB020D}"/>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297" name="Rectangle 296">
                  <a:extLst>
                    <a:ext uri="{FF2B5EF4-FFF2-40B4-BE49-F238E27FC236}">
                      <a16:creationId xmlns:a16="http://schemas.microsoft.com/office/drawing/2014/main" id="{2080038C-AFF7-206A-38C9-066C7614E730}"/>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298" name="Rectangle 297">
                  <a:extLst>
                    <a:ext uri="{FF2B5EF4-FFF2-40B4-BE49-F238E27FC236}">
                      <a16:creationId xmlns:a16="http://schemas.microsoft.com/office/drawing/2014/main" id="{B2A98784-1949-BE2E-F7DF-28A1B8318CE0}"/>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299" name="Rectangle 298">
                  <a:extLst>
                    <a:ext uri="{FF2B5EF4-FFF2-40B4-BE49-F238E27FC236}">
                      <a16:creationId xmlns:a16="http://schemas.microsoft.com/office/drawing/2014/main" id="{F4E8FB4C-4723-8888-7032-196D5DC30CA4}"/>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00" name="Rectangle 299">
                  <a:extLst>
                    <a:ext uri="{FF2B5EF4-FFF2-40B4-BE49-F238E27FC236}">
                      <a16:creationId xmlns:a16="http://schemas.microsoft.com/office/drawing/2014/main" id="{3708C8B0-6C9A-9585-E7F3-CEF96B54A841}"/>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01" name="Rectangle 300">
                  <a:extLst>
                    <a:ext uri="{FF2B5EF4-FFF2-40B4-BE49-F238E27FC236}">
                      <a16:creationId xmlns:a16="http://schemas.microsoft.com/office/drawing/2014/main" id="{F028C9C7-67AC-7026-E70E-1A0650BAF27E}"/>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293" name="Rectangle 292">
                <a:extLst>
                  <a:ext uri="{FF2B5EF4-FFF2-40B4-BE49-F238E27FC236}">
                    <a16:creationId xmlns:a16="http://schemas.microsoft.com/office/drawing/2014/main" id="{F0A02576-891C-4EB4-ADE9-780C08EAD9BE}"/>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302" name="Group 301">
              <a:extLst>
                <a:ext uri="{FF2B5EF4-FFF2-40B4-BE49-F238E27FC236}">
                  <a16:creationId xmlns:a16="http://schemas.microsoft.com/office/drawing/2014/main" id="{0CB0D507-1FFC-12B9-3F33-40B29F4AF960}"/>
                </a:ext>
              </a:extLst>
            </p:cNvPr>
            <p:cNvGrpSpPr/>
            <p:nvPr/>
          </p:nvGrpSpPr>
          <p:grpSpPr>
            <a:xfrm>
              <a:off x="3517885" y="4521299"/>
              <a:ext cx="127321" cy="1077753"/>
              <a:chOff x="2518180" y="4645556"/>
              <a:chExt cx="127321" cy="1077753"/>
            </a:xfrm>
          </p:grpSpPr>
          <p:grpSp>
            <p:nvGrpSpPr>
              <p:cNvPr id="303" name="Group 302">
                <a:extLst>
                  <a:ext uri="{FF2B5EF4-FFF2-40B4-BE49-F238E27FC236}">
                    <a16:creationId xmlns:a16="http://schemas.microsoft.com/office/drawing/2014/main" id="{00DF9F9C-B8AF-2C57-3985-58CAF9E83213}"/>
                  </a:ext>
                </a:extLst>
              </p:cNvPr>
              <p:cNvGrpSpPr/>
              <p:nvPr/>
            </p:nvGrpSpPr>
            <p:grpSpPr>
              <a:xfrm rot="5400000">
                <a:off x="2101721" y="5062017"/>
                <a:ext cx="960242" cy="127319"/>
                <a:chOff x="2389719" y="3429000"/>
                <a:chExt cx="1701376" cy="225587"/>
              </a:xfrm>
            </p:grpSpPr>
            <p:sp>
              <p:nvSpPr>
                <p:cNvPr id="305" name="Rectangle 304">
                  <a:extLst>
                    <a:ext uri="{FF2B5EF4-FFF2-40B4-BE49-F238E27FC236}">
                      <a16:creationId xmlns:a16="http://schemas.microsoft.com/office/drawing/2014/main" id="{B51C67C6-2F51-6871-AE2C-95919F5E81BA}"/>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06" name="Rectangle 305">
                  <a:extLst>
                    <a:ext uri="{FF2B5EF4-FFF2-40B4-BE49-F238E27FC236}">
                      <a16:creationId xmlns:a16="http://schemas.microsoft.com/office/drawing/2014/main" id="{1C717C9A-1EC8-5A9F-2F33-25D81ACE3DBF}"/>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07" name="Rectangle 306">
                  <a:extLst>
                    <a:ext uri="{FF2B5EF4-FFF2-40B4-BE49-F238E27FC236}">
                      <a16:creationId xmlns:a16="http://schemas.microsoft.com/office/drawing/2014/main" id="{818E48D4-9D0C-5AA3-6856-FE44444D8584}"/>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08" name="Rectangle 307">
                  <a:extLst>
                    <a:ext uri="{FF2B5EF4-FFF2-40B4-BE49-F238E27FC236}">
                      <a16:creationId xmlns:a16="http://schemas.microsoft.com/office/drawing/2014/main" id="{C1CE027D-EA1A-B91D-54D9-A36B2CDF88FC}"/>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09" name="Rectangle 308">
                  <a:extLst>
                    <a:ext uri="{FF2B5EF4-FFF2-40B4-BE49-F238E27FC236}">
                      <a16:creationId xmlns:a16="http://schemas.microsoft.com/office/drawing/2014/main" id="{8AC607EF-281B-9768-0836-EECFE88C8A1B}"/>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10" name="Rectangle 309">
                  <a:extLst>
                    <a:ext uri="{FF2B5EF4-FFF2-40B4-BE49-F238E27FC236}">
                      <a16:creationId xmlns:a16="http://schemas.microsoft.com/office/drawing/2014/main" id="{19C48FEC-2BA4-C69C-ACFD-F31956E098D2}"/>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11" name="Rectangle 310">
                  <a:extLst>
                    <a:ext uri="{FF2B5EF4-FFF2-40B4-BE49-F238E27FC236}">
                      <a16:creationId xmlns:a16="http://schemas.microsoft.com/office/drawing/2014/main" id="{F2F7CD83-64A9-49C2-2795-179D1E612754}"/>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12" name="Rectangle 311">
                  <a:extLst>
                    <a:ext uri="{FF2B5EF4-FFF2-40B4-BE49-F238E27FC236}">
                      <a16:creationId xmlns:a16="http://schemas.microsoft.com/office/drawing/2014/main" id="{83372716-1DF6-ADD3-508B-E0CDB27D2623}"/>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304" name="Rectangle 303">
                <a:extLst>
                  <a:ext uri="{FF2B5EF4-FFF2-40B4-BE49-F238E27FC236}">
                    <a16:creationId xmlns:a16="http://schemas.microsoft.com/office/drawing/2014/main" id="{CD1CAD8F-2E7B-4BFB-2555-AF58A31AE206}"/>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313" name="Group 312">
              <a:extLst>
                <a:ext uri="{FF2B5EF4-FFF2-40B4-BE49-F238E27FC236}">
                  <a16:creationId xmlns:a16="http://schemas.microsoft.com/office/drawing/2014/main" id="{3ACC9609-5D7A-9334-7639-7D572B4E3817}"/>
                </a:ext>
              </a:extLst>
            </p:cNvPr>
            <p:cNvGrpSpPr/>
            <p:nvPr/>
          </p:nvGrpSpPr>
          <p:grpSpPr>
            <a:xfrm>
              <a:off x="3645048" y="4521300"/>
              <a:ext cx="127321" cy="1077753"/>
              <a:chOff x="2518180" y="4645556"/>
              <a:chExt cx="127321" cy="1077753"/>
            </a:xfrm>
          </p:grpSpPr>
          <p:grpSp>
            <p:nvGrpSpPr>
              <p:cNvPr id="314" name="Group 313">
                <a:extLst>
                  <a:ext uri="{FF2B5EF4-FFF2-40B4-BE49-F238E27FC236}">
                    <a16:creationId xmlns:a16="http://schemas.microsoft.com/office/drawing/2014/main" id="{C92813FF-445F-715C-66F1-B9BB56C240ED}"/>
                  </a:ext>
                </a:extLst>
              </p:cNvPr>
              <p:cNvGrpSpPr/>
              <p:nvPr/>
            </p:nvGrpSpPr>
            <p:grpSpPr>
              <a:xfrm rot="5400000">
                <a:off x="2101721" y="5062017"/>
                <a:ext cx="960242" cy="127319"/>
                <a:chOff x="2389719" y="3429000"/>
                <a:chExt cx="1701376" cy="225587"/>
              </a:xfrm>
            </p:grpSpPr>
            <p:sp>
              <p:nvSpPr>
                <p:cNvPr id="316" name="Rectangle 315">
                  <a:extLst>
                    <a:ext uri="{FF2B5EF4-FFF2-40B4-BE49-F238E27FC236}">
                      <a16:creationId xmlns:a16="http://schemas.microsoft.com/office/drawing/2014/main" id="{F32A68F5-15FF-04BE-C2BE-3AFAB3115151}"/>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17" name="Rectangle 316">
                  <a:extLst>
                    <a:ext uri="{FF2B5EF4-FFF2-40B4-BE49-F238E27FC236}">
                      <a16:creationId xmlns:a16="http://schemas.microsoft.com/office/drawing/2014/main" id="{3C6110AB-9F0B-780B-D885-8B4B311BFD05}"/>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18" name="Rectangle 317">
                  <a:extLst>
                    <a:ext uri="{FF2B5EF4-FFF2-40B4-BE49-F238E27FC236}">
                      <a16:creationId xmlns:a16="http://schemas.microsoft.com/office/drawing/2014/main" id="{9AD707EB-02C5-50F4-2A5C-9587C72FAB5E}"/>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19" name="Rectangle 318">
                  <a:extLst>
                    <a:ext uri="{FF2B5EF4-FFF2-40B4-BE49-F238E27FC236}">
                      <a16:creationId xmlns:a16="http://schemas.microsoft.com/office/drawing/2014/main" id="{1A860810-7DFC-2BC2-B7B0-FD751C888837}"/>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20" name="Rectangle 319">
                  <a:extLst>
                    <a:ext uri="{FF2B5EF4-FFF2-40B4-BE49-F238E27FC236}">
                      <a16:creationId xmlns:a16="http://schemas.microsoft.com/office/drawing/2014/main" id="{7A53920F-7A07-8719-1BD9-C27724C41540}"/>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21" name="Rectangle 320">
                  <a:extLst>
                    <a:ext uri="{FF2B5EF4-FFF2-40B4-BE49-F238E27FC236}">
                      <a16:creationId xmlns:a16="http://schemas.microsoft.com/office/drawing/2014/main" id="{1B4B5117-D9D5-1BF6-A42A-1C5E3D870814}"/>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22" name="Rectangle 321">
                  <a:extLst>
                    <a:ext uri="{FF2B5EF4-FFF2-40B4-BE49-F238E27FC236}">
                      <a16:creationId xmlns:a16="http://schemas.microsoft.com/office/drawing/2014/main" id="{25A7F2DA-64B8-26A9-F4CC-A2D5606DB193}"/>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23" name="Rectangle 322">
                  <a:extLst>
                    <a:ext uri="{FF2B5EF4-FFF2-40B4-BE49-F238E27FC236}">
                      <a16:creationId xmlns:a16="http://schemas.microsoft.com/office/drawing/2014/main" id="{027A7804-21F1-523C-0458-5EA5C415A7FD}"/>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315" name="Rectangle 314">
                <a:extLst>
                  <a:ext uri="{FF2B5EF4-FFF2-40B4-BE49-F238E27FC236}">
                    <a16:creationId xmlns:a16="http://schemas.microsoft.com/office/drawing/2014/main" id="{699F98A1-7DE5-7672-A91C-819A90607BC5}"/>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324" name="Group 323">
              <a:extLst>
                <a:ext uri="{FF2B5EF4-FFF2-40B4-BE49-F238E27FC236}">
                  <a16:creationId xmlns:a16="http://schemas.microsoft.com/office/drawing/2014/main" id="{E5F242B0-1CDB-396F-1FBA-04B9A276C57D}"/>
                </a:ext>
              </a:extLst>
            </p:cNvPr>
            <p:cNvGrpSpPr/>
            <p:nvPr/>
          </p:nvGrpSpPr>
          <p:grpSpPr>
            <a:xfrm>
              <a:off x="3770298" y="4521299"/>
              <a:ext cx="127321" cy="1077753"/>
              <a:chOff x="2518180" y="4645556"/>
              <a:chExt cx="127321" cy="1077753"/>
            </a:xfrm>
          </p:grpSpPr>
          <p:grpSp>
            <p:nvGrpSpPr>
              <p:cNvPr id="325" name="Group 324">
                <a:extLst>
                  <a:ext uri="{FF2B5EF4-FFF2-40B4-BE49-F238E27FC236}">
                    <a16:creationId xmlns:a16="http://schemas.microsoft.com/office/drawing/2014/main" id="{63E639E0-1497-24AA-B588-560563352E06}"/>
                  </a:ext>
                </a:extLst>
              </p:cNvPr>
              <p:cNvGrpSpPr/>
              <p:nvPr/>
            </p:nvGrpSpPr>
            <p:grpSpPr>
              <a:xfrm rot="5400000">
                <a:off x="2101721" y="5062017"/>
                <a:ext cx="960242" cy="127319"/>
                <a:chOff x="2389719" y="3429000"/>
                <a:chExt cx="1701376" cy="225587"/>
              </a:xfrm>
            </p:grpSpPr>
            <p:sp>
              <p:nvSpPr>
                <p:cNvPr id="327" name="Rectangle 326">
                  <a:extLst>
                    <a:ext uri="{FF2B5EF4-FFF2-40B4-BE49-F238E27FC236}">
                      <a16:creationId xmlns:a16="http://schemas.microsoft.com/office/drawing/2014/main" id="{8E1487D6-B402-6053-179C-AD873842459C}"/>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28" name="Rectangle 327">
                  <a:extLst>
                    <a:ext uri="{FF2B5EF4-FFF2-40B4-BE49-F238E27FC236}">
                      <a16:creationId xmlns:a16="http://schemas.microsoft.com/office/drawing/2014/main" id="{B5D6E567-6C4B-5A9A-8355-AFD63EE79D08}"/>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29" name="Rectangle 328">
                  <a:extLst>
                    <a:ext uri="{FF2B5EF4-FFF2-40B4-BE49-F238E27FC236}">
                      <a16:creationId xmlns:a16="http://schemas.microsoft.com/office/drawing/2014/main" id="{4A1D49AF-6D01-F208-92FD-C4D260C2CE7B}"/>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30" name="Rectangle 329">
                  <a:extLst>
                    <a:ext uri="{FF2B5EF4-FFF2-40B4-BE49-F238E27FC236}">
                      <a16:creationId xmlns:a16="http://schemas.microsoft.com/office/drawing/2014/main" id="{7B8DC6CE-51FF-437B-9B66-C364B2A8261A}"/>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31" name="Rectangle 330">
                  <a:extLst>
                    <a:ext uri="{FF2B5EF4-FFF2-40B4-BE49-F238E27FC236}">
                      <a16:creationId xmlns:a16="http://schemas.microsoft.com/office/drawing/2014/main" id="{C3B2D3B7-67D3-9F2A-B131-A82EFDD4F0BF}"/>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32" name="Rectangle 331">
                  <a:extLst>
                    <a:ext uri="{FF2B5EF4-FFF2-40B4-BE49-F238E27FC236}">
                      <a16:creationId xmlns:a16="http://schemas.microsoft.com/office/drawing/2014/main" id="{3D9DC988-B711-0466-1F92-0CA2214A2789}"/>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33" name="Rectangle 332">
                  <a:extLst>
                    <a:ext uri="{FF2B5EF4-FFF2-40B4-BE49-F238E27FC236}">
                      <a16:creationId xmlns:a16="http://schemas.microsoft.com/office/drawing/2014/main" id="{E8901756-CE80-0163-929A-CD9150B5BA27}"/>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34" name="Rectangle 333">
                  <a:extLst>
                    <a:ext uri="{FF2B5EF4-FFF2-40B4-BE49-F238E27FC236}">
                      <a16:creationId xmlns:a16="http://schemas.microsoft.com/office/drawing/2014/main" id="{FBF41784-5705-122F-27D0-AF222560A83B}"/>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326" name="Rectangle 325">
                <a:extLst>
                  <a:ext uri="{FF2B5EF4-FFF2-40B4-BE49-F238E27FC236}">
                    <a16:creationId xmlns:a16="http://schemas.microsoft.com/office/drawing/2014/main" id="{AA802416-2495-15A4-0A72-CB502D32F8D3}"/>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335" name="Group 334">
              <a:extLst>
                <a:ext uri="{FF2B5EF4-FFF2-40B4-BE49-F238E27FC236}">
                  <a16:creationId xmlns:a16="http://schemas.microsoft.com/office/drawing/2014/main" id="{7B5B03E0-0A55-CD99-0512-D53692826F35}"/>
                </a:ext>
              </a:extLst>
            </p:cNvPr>
            <p:cNvGrpSpPr/>
            <p:nvPr/>
          </p:nvGrpSpPr>
          <p:grpSpPr>
            <a:xfrm>
              <a:off x="3901875" y="4521300"/>
              <a:ext cx="127321" cy="1077753"/>
              <a:chOff x="2518180" y="4645556"/>
              <a:chExt cx="127321" cy="1077753"/>
            </a:xfrm>
          </p:grpSpPr>
          <p:grpSp>
            <p:nvGrpSpPr>
              <p:cNvPr id="336" name="Group 335">
                <a:extLst>
                  <a:ext uri="{FF2B5EF4-FFF2-40B4-BE49-F238E27FC236}">
                    <a16:creationId xmlns:a16="http://schemas.microsoft.com/office/drawing/2014/main" id="{6E1576D4-CD85-E289-3883-3FE3AE261539}"/>
                  </a:ext>
                </a:extLst>
              </p:cNvPr>
              <p:cNvGrpSpPr/>
              <p:nvPr/>
            </p:nvGrpSpPr>
            <p:grpSpPr>
              <a:xfrm rot="5400000">
                <a:off x="2101721" y="5062017"/>
                <a:ext cx="960242" cy="127319"/>
                <a:chOff x="2389719" y="3429000"/>
                <a:chExt cx="1701376" cy="225587"/>
              </a:xfrm>
            </p:grpSpPr>
            <p:sp>
              <p:nvSpPr>
                <p:cNvPr id="338" name="Rectangle 337">
                  <a:extLst>
                    <a:ext uri="{FF2B5EF4-FFF2-40B4-BE49-F238E27FC236}">
                      <a16:creationId xmlns:a16="http://schemas.microsoft.com/office/drawing/2014/main" id="{EBCBB103-FA9E-8439-965D-48FA41D26525}"/>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39" name="Rectangle 338">
                  <a:extLst>
                    <a:ext uri="{FF2B5EF4-FFF2-40B4-BE49-F238E27FC236}">
                      <a16:creationId xmlns:a16="http://schemas.microsoft.com/office/drawing/2014/main" id="{37BC088F-B76C-C3F7-ABBF-07738B4CBD25}"/>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40" name="Rectangle 339">
                  <a:extLst>
                    <a:ext uri="{FF2B5EF4-FFF2-40B4-BE49-F238E27FC236}">
                      <a16:creationId xmlns:a16="http://schemas.microsoft.com/office/drawing/2014/main" id="{C9323E13-9B7C-20A1-14EB-98606215D2E9}"/>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41" name="Rectangle 340">
                  <a:extLst>
                    <a:ext uri="{FF2B5EF4-FFF2-40B4-BE49-F238E27FC236}">
                      <a16:creationId xmlns:a16="http://schemas.microsoft.com/office/drawing/2014/main" id="{E90250B4-2B87-45E5-F393-5A9642047EB3}"/>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42" name="Rectangle 341">
                  <a:extLst>
                    <a:ext uri="{FF2B5EF4-FFF2-40B4-BE49-F238E27FC236}">
                      <a16:creationId xmlns:a16="http://schemas.microsoft.com/office/drawing/2014/main" id="{07DAA4B1-A31A-F473-5E29-AF4EBF97001C}"/>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43" name="Rectangle 342">
                  <a:extLst>
                    <a:ext uri="{FF2B5EF4-FFF2-40B4-BE49-F238E27FC236}">
                      <a16:creationId xmlns:a16="http://schemas.microsoft.com/office/drawing/2014/main" id="{9D037A8A-1FE8-4819-3B1E-2F0B2C962974}"/>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44" name="Rectangle 343">
                  <a:extLst>
                    <a:ext uri="{FF2B5EF4-FFF2-40B4-BE49-F238E27FC236}">
                      <a16:creationId xmlns:a16="http://schemas.microsoft.com/office/drawing/2014/main" id="{3425D337-A98F-DDB1-515D-13773C5CFD4D}"/>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45" name="Rectangle 344">
                  <a:extLst>
                    <a:ext uri="{FF2B5EF4-FFF2-40B4-BE49-F238E27FC236}">
                      <a16:creationId xmlns:a16="http://schemas.microsoft.com/office/drawing/2014/main" id="{50085BB3-962E-40F5-70D9-75AC422743CD}"/>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337" name="Rectangle 336">
                <a:extLst>
                  <a:ext uri="{FF2B5EF4-FFF2-40B4-BE49-F238E27FC236}">
                    <a16:creationId xmlns:a16="http://schemas.microsoft.com/office/drawing/2014/main" id="{3C881189-EBEA-03F0-70B6-97D6F9F3DEE8}"/>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346" name="Group 345">
              <a:extLst>
                <a:ext uri="{FF2B5EF4-FFF2-40B4-BE49-F238E27FC236}">
                  <a16:creationId xmlns:a16="http://schemas.microsoft.com/office/drawing/2014/main" id="{111A1EB9-0A49-1B2D-615C-94C67D962BC9}"/>
                </a:ext>
              </a:extLst>
            </p:cNvPr>
            <p:cNvGrpSpPr/>
            <p:nvPr/>
          </p:nvGrpSpPr>
          <p:grpSpPr>
            <a:xfrm>
              <a:off x="4027125" y="4521299"/>
              <a:ext cx="127321" cy="1077753"/>
              <a:chOff x="2518180" y="4645556"/>
              <a:chExt cx="127321" cy="1077753"/>
            </a:xfrm>
          </p:grpSpPr>
          <p:grpSp>
            <p:nvGrpSpPr>
              <p:cNvPr id="347" name="Group 346">
                <a:extLst>
                  <a:ext uri="{FF2B5EF4-FFF2-40B4-BE49-F238E27FC236}">
                    <a16:creationId xmlns:a16="http://schemas.microsoft.com/office/drawing/2014/main" id="{EB0AE06F-A860-3EFF-1715-EB9E950D5636}"/>
                  </a:ext>
                </a:extLst>
              </p:cNvPr>
              <p:cNvGrpSpPr/>
              <p:nvPr/>
            </p:nvGrpSpPr>
            <p:grpSpPr>
              <a:xfrm rot="5400000">
                <a:off x="2101721" y="5062017"/>
                <a:ext cx="960242" cy="127319"/>
                <a:chOff x="2389719" y="3429000"/>
                <a:chExt cx="1701376" cy="225587"/>
              </a:xfrm>
            </p:grpSpPr>
            <p:sp>
              <p:nvSpPr>
                <p:cNvPr id="349" name="Rectangle 348">
                  <a:extLst>
                    <a:ext uri="{FF2B5EF4-FFF2-40B4-BE49-F238E27FC236}">
                      <a16:creationId xmlns:a16="http://schemas.microsoft.com/office/drawing/2014/main" id="{901A8067-1355-05C7-196B-8FFCE630F7B9}"/>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50" name="Rectangle 349">
                  <a:extLst>
                    <a:ext uri="{FF2B5EF4-FFF2-40B4-BE49-F238E27FC236}">
                      <a16:creationId xmlns:a16="http://schemas.microsoft.com/office/drawing/2014/main" id="{3B783841-F927-4AC2-0CE8-69570CD3CD5E}"/>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51" name="Rectangle 350">
                  <a:extLst>
                    <a:ext uri="{FF2B5EF4-FFF2-40B4-BE49-F238E27FC236}">
                      <a16:creationId xmlns:a16="http://schemas.microsoft.com/office/drawing/2014/main" id="{819ED4B1-5F70-1956-DBCA-D818F46D49BE}"/>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52" name="Rectangle 351">
                  <a:extLst>
                    <a:ext uri="{FF2B5EF4-FFF2-40B4-BE49-F238E27FC236}">
                      <a16:creationId xmlns:a16="http://schemas.microsoft.com/office/drawing/2014/main" id="{D554FAA0-B473-6455-BCD3-F6C14507FD92}"/>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53" name="Rectangle 352">
                  <a:extLst>
                    <a:ext uri="{FF2B5EF4-FFF2-40B4-BE49-F238E27FC236}">
                      <a16:creationId xmlns:a16="http://schemas.microsoft.com/office/drawing/2014/main" id="{F33CC96E-A4A7-5912-B3E4-D49953200B98}"/>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54" name="Rectangle 353">
                  <a:extLst>
                    <a:ext uri="{FF2B5EF4-FFF2-40B4-BE49-F238E27FC236}">
                      <a16:creationId xmlns:a16="http://schemas.microsoft.com/office/drawing/2014/main" id="{3A5817DA-A1F7-667A-5E6C-E33D7975152A}"/>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55" name="Rectangle 354">
                  <a:extLst>
                    <a:ext uri="{FF2B5EF4-FFF2-40B4-BE49-F238E27FC236}">
                      <a16:creationId xmlns:a16="http://schemas.microsoft.com/office/drawing/2014/main" id="{F32FAC2A-A339-6DFA-8A4E-ABB90EC3B23E}"/>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56" name="Rectangle 355">
                  <a:extLst>
                    <a:ext uri="{FF2B5EF4-FFF2-40B4-BE49-F238E27FC236}">
                      <a16:creationId xmlns:a16="http://schemas.microsoft.com/office/drawing/2014/main" id="{185009DE-C89E-F766-1C10-B94BBD51D746}"/>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348" name="Rectangle 347">
                <a:extLst>
                  <a:ext uri="{FF2B5EF4-FFF2-40B4-BE49-F238E27FC236}">
                    <a16:creationId xmlns:a16="http://schemas.microsoft.com/office/drawing/2014/main" id="{762E43F3-CEB5-831C-0DDE-383EF216FAFF}"/>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357" name="Group 356">
              <a:extLst>
                <a:ext uri="{FF2B5EF4-FFF2-40B4-BE49-F238E27FC236}">
                  <a16:creationId xmlns:a16="http://schemas.microsoft.com/office/drawing/2014/main" id="{2C080AF7-15C6-D5D9-D02D-8B0D522AC6A3}"/>
                </a:ext>
              </a:extLst>
            </p:cNvPr>
            <p:cNvGrpSpPr/>
            <p:nvPr/>
          </p:nvGrpSpPr>
          <p:grpSpPr>
            <a:xfrm>
              <a:off x="4154288" y="4521300"/>
              <a:ext cx="127321" cy="1077753"/>
              <a:chOff x="2518180" y="4645556"/>
              <a:chExt cx="127321" cy="1077753"/>
            </a:xfrm>
          </p:grpSpPr>
          <p:grpSp>
            <p:nvGrpSpPr>
              <p:cNvPr id="358" name="Group 357">
                <a:extLst>
                  <a:ext uri="{FF2B5EF4-FFF2-40B4-BE49-F238E27FC236}">
                    <a16:creationId xmlns:a16="http://schemas.microsoft.com/office/drawing/2014/main" id="{48EF1B8C-BAEB-054D-6823-640969F84B21}"/>
                  </a:ext>
                </a:extLst>
              </p:cNvPr>
              <p:cNvGrpSpPr/>
              <p:nvPr/>
            </p:nvGrpSpPr>
            <p:grpSpPr>
              <a:xfrm rot="5400000">
                <a:off x="2101721" y="5062017"/>
                <a:ext cx="960242" cy="127319"/>
                <a:chOff x="2389719" y="3429000"/>
                <a:chExt cx="1701376" cy="225587"/>
              </a:xfrm>
            </p:grpSpPr>
            <p:sp>
              <p:nvSpPr>
                <p:cNvPr id="360" name="Rectangle 359">
                  <a:extLst>
                    <a:ext uri="{FF2B5EF4-FFF2-40B4-BE49-F238E27FC236}">
                      <a16:creationId xmlns:a16="http://schemas.microsoft.com/office/drawing/2014/main" id="{038AEF59-155F-9F1C-0563-0715CC81EE36}"/>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61" name="Rectangle 360">
                  <a:extLst>
                    <a:ext uri="{FF2B5EF4-FFF2-40B4-BE49-F238E27FC236}">
                      <a16:creationId xmlns:a16="http://schemas.microsoft.com/office/drawing/2014/main" id="{C5946062-2347-EA36-39E9-A90D8A01E8E4}"/>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62" name="Rectangle 361">
                  <a:extLst>
                    <a:ext uri="{FF2B5EF4-FFF2-40B4-BE49-F238E27FC236}">
                      <a16:creationId xmlns:a16="http://schemas.microsoft.com/office/drawing/2014/main" id="{856F0DE8-B9CE-1258-E13D-0212BBDD996E}"/>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63" name="Rectangle 362">
                  <a:extLst>
                    <a:ext uri="{FF2B5EF4-FFF2-40B4-BE49-F238E27FC236}">
                      <a16:creationId xmlns:a16="http://schemas.microsoft.com/office/drawing/2014/main" id="{87EF36A4-5A22-EDCA-D5E6-88E632BB9DBA}"/>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64" name="Rectangle 363">
                  <a:extLst>
                    <a:ext uri="{FF2B5EF4-FFF2-40B4-BE49-F238E27FC236}">
                      <a16:creationId xmlns:a16="http://schemas.microsoft.com/office/drawing/2014/main" id="{DCA25191-C485-6A12-9E0D-B71FA3D2E072}"/>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65" name="Rectangle 364">
                  <a:extLst>
                    <a:ext uri="{FF2B5EF4-FFF2-40B4-BE49-F238E27FC236}">
                      <a16:creationId xmlns:a16="http://schemas.microsoft.com/office/drawing/2014/main" id="{8B7A47AF-0BF8-C129-1C6A-0A35A2A051DC}"/>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66" name="Rectangle 365">
                  <a:extLst>
                    <a:ext uri="{FF2B5EF4-FFF2-40B4-BE49-F238E27FC236}">
                      <a16:creationId xmlns:a16="http://schemas.microsoft.com/office/drawing/2014/main" id="{BC20D663-6A88-39D4-7B5B-6E5E33428CA0}"/>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67" name="Rectangle 366">
                  <a:extLst>
                    <a:ext uri="{FF2B5EF4-FFF2-40B4-BE49-F238E27FC236}">
                      <a16:creationId xmlns:a16="http://schemas.microsoft.com/office/drawing/2014/main" id="{A8E0FEBC-A47A-4629-25F0-B50179C67BC6}"/>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359" name="Rectangle 358">
                <a:extLst>
                  <a:ext uri="{FF2B5EF4-FFF2-40B4-BE49-F238E27FC236}">
                    <a16:creationId xmlns:a16="http://schemas.microsoft.com/office/drawing/2014/main" id="{A6EA8FC8-E2F7-7BF6-176A-C8C0EADD5EB8}"/>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368" name="Group 367">
              <a:extLst>
                <a:ext uri="{FF2B5EF4-FFF2-40B4-BE49-F238E27FC236}">
                  <a16:creationId xmlns:a16="http://schemas.microsoft.com/office/drawing/2014/main" id="{8C70E2C8-C534-FFE5-3A3B-90EF87DE4600}"/>
                </a:ext>
              </a:extLst>
            </p:cNvPr>
            <p:cNvGrpSpPr/>
            <p:nvPr/>
          </p:nvGrpSpPr>
          <p:grpSpPr>
            <a:xfrm>
              <a:off x="4279538" y="4521299"/>
              <a:ext cx="134079" cy="1077753"/>
              <a:chOff x="2518180" y="4645556"/>
              <a:chExt cx="134079" cy="1077753"/>
            </a:xfrm>
          </p:grpSpPr>
          <p:grpSp>
            <p:nvGrpSpPr>
              <p:cNvPr id="369" name="Group 368">
                <a:extLst>
                  <a:ext uri="{FF2B5EF4-FFF2-40B4-BE49-F238E27FC236}">
                    <a16:creationId xmlns:a16="http://schemas.microsoft.com/office/drawing/2014/main" id="{1634AAD5-A735-2599-415C-E7E7D2FB8E60}"/>
                  </a:ext>
                </a:extLst>
              </p:cNvPr>
              <p:cNvGrpSpPr/>
              <p:nvPr/>
            </p:nvGrpSpPr>
            <p:grpSpPr>
              <a:xfrm rot="5400000">
                <a:off x="2105100" y="5058638"/>
                <a:ext cx="960242" cy="134077"/>
                <a:chOff x="2389719" y="3417026"/>
                <a:chExt cx="1701376" cy="237561"/>
              </a:xfrm>
            </p:grpSpPr>
            <p:sp>
              <p:nvSpPr>
                <p:cNvPr id="371" name="Rectangle 370">
                  <a:extLst>
                    <a:ext uri="{FF2B5EF4-FFF2-40B4-BE49-F238E27FC236}">
                      <a16:creationId xmlns:a16="http://schemas.microsoft.com/office/drawing/2014/main" id="{A550E2C0-4822-CA08-A5A0-C41720921E73}"/>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72" name="Rectangle 371">
                  <a:extLst>
                    <a:ext uri="{FF2B5EF4-FFF2-40B4-BE49-F238E27FC236}">
                      <a16:creationId xmlns:a16="http://schemas.microsoft.com/office/drawing/2014/main" id="{0BF30547-D7E6-4A48-B56F-DD1ADF76E057}"/>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73" name="Rectangle 372">
                  <a:extLst>
                    <a:ext uri="{FF2B5EF4-FFF2-40B4-BE49-F238E27FC236}">
                      <a16:creationId xmlns:a16="http://schemas.microsoft.com/office/drawing/2014/main" id="{EF313CB8-1C02-3FFE-B8FF-37920C13028E}"/>
                    </a:ext>
                  </a:extLst>
                </p:cNvPr>
                <p:cNvSpPr/>
                <p:nvPr/>
              </p:nvSpPr>
              <p:spPr>
                <a:xfrm>
                  <a:off x="2814865" y="3417026"/>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74" name="Rectangle 373">
                  <a:extLst>
                    <a:ext uri="{FF2B5EF4-FFF2-40B4-BE49-F238E27FC236}">
                      <a16:creationId xmlns:a16="http://schemas.microsoft.com/office/drawing/2014/main" id="{FFE2D571-75AC-86FD-6AE8-9D3B7C10015A}"/>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75" name="Rectangle 374">
                  <a:extLst>
                    <a:ext uri="{FF2B5EF4-FFF2-40B4-BE49-F238E27FC236}">
                      <a16:creationId xmlns:a16="http://schemas.microsoft.com/office/drawing/2014/main" id="{43B89E3E-2C1D-AB1E-1570-9B142D22C811}"/>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76" name="Rectangle 375">
                  <a:extLst>
                    <a:ext uri="{FF2B5EF4-FFF2-40B4-BE49-F238E27FC236}">
                      <a16:creationId xmlns:a16="http://schemas.microsoft.com/office/drawing/2014/main" id="{0774683E-C9C9-23C0-D31F-6012CC35EA88}"/>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77" name="Rectangle 376">
                  <a:extLst>
                    <a:ext uri="{FF2B5EF4-FFF2-40B4-BE49-F238E27FC236}">
                      <a16:creationId xmlns:a16="http://schemas.microsoft.com/office/drawing/2014/main" id="{1CB58C05-F2B4-D425-1682-A9DEE683D421}"/>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78" name="Rectangle 377">
                  <a:extLst>
                    <a:ext uri="{FF2B5EF4-FFF2-40B4-BE49-F238E27FC236}">
                      <a16:creationId xmlns:a16="http://schemas.microsoft.com/office/drawing/2014/main" id="{79C7E2B1-E2A2-45D7-9E67-17A81F90B795}"/>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370" name="Rectangle 369">
                <a:extLst>
                  <a:ext uri="{FF2B5EF4-FFF2-40B4-BE49-F238E27FC236}">
                    <a16:creationId xmlns:a16="http://schemas.microsoft.com/office/drawing/2014/main" id="{7B6F2AEE-9159-93EA-214C-B61147B53B72}"/>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379" name="Group 378">
              <a:extLst>
                <a:ext uri="{FF2B5EF4-FFF2-40B4-BE49-F238E27FC236}">
                  <a16:creationId xmlns:a16="http://schemas.microsoft.com/office/drawing/2014/main" id="{5E09C1DF-52EA-A557-8462-BBAE7F32FEF0}"/>
                </a:ext>
              </a:extLst>
            </p:cNvPr>
            <p:cNvGrpSpPr/>
            <p:nvPr/>
          </p:nvGrpSpPr>
          <p:grpSpPr>
            <a:xfrm>
              <a:off x="4411549" y="4521300"/>
              <a:ext cx="127321" cy="1077753"/>
              <a:chOff x="2518180" y="4645556"/>
              <a:chExt cx="127321" cy="1077753"/>
            </a:xfrm>
          </p:grpSpPr>
          <p:grpSp>
            <p:nvGrpSpPr>
              <p:cNvPr id="380" name="Group 379">
                <a:extLst>
                  <a:ext uri="{FF2B5EF4-FFF2-40B4-BE49-F238E27FC236}">
                    <a16:creationId xmlns:a16="http://schemas.microsoft.com/office/drawing/2014/main" id="{60A7F1BD-1634-A771-A286-32F0D7FEAEA5}"/>
                  </a:ext>
                </a:extLst>
              </p:cNvPr>
              <p:cNvGrpSpPr/>
              <p:nvPr/>
            </p:nvGrpSpPr>
            <p:grpSpPr>
              <a:xfrm rot="5400000">
                <a:off x="2101721" y="5062017"/>
                <a:ext cx="960242" cy="127319"/>
                <a:chOff x="2389719" y="3429000"/>
                <a:chExt cx="1701376" cy="225587"/>
              </a:xfrm>
            </p:grpSpPr>
            <p:sp>
              <p:nvSpPr>
                <p:cNvPr id="382" name="Rectangle 381">
                  <a:extLst>
                    <a:ext uri="{FF2B5EF4-FFF2-40B4-BE49-F238E27FC236}">
                      <a16:creationId xmlns:a16="http://schemas.microsoft.com/office/drawing/2014/main" id="{44841090-48B8-7383-70D7-3AE1A3725052}"/>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83" name="Rectangle 382">
                  <a:extLst>
                    <a:ext uri="{FF2B5EF4-FFF2-40B4-BE49-F238E27FC236}">
                      <a16:creationId xmlns:a16="http://schemas.microsoft.com/office/drawing/2014/main" id="{3E074E20-ECA6-580E-3244-5BFD4A9A46C5}"/>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84" name="Rectangle 383">
                  <a:extLst>
                    <a:ext uri="{FF2B5EF4-FFF2-40B4-BE49-F238E27FC236}">
                      <a16:creationId xmlns:a16="http://schemas.microsoft.com/office/drawing/2014/main" id="{A7088F75-59A9-5213-4400-4C51869D7910}"/>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85" name="Rectangle 384">
                  <a:extLst>
                    <a:ext uri="{FF2B5EF4-FFF2-40B4-BE49-F238E27FC236}">
                      <a16:creationId xmlns:a16="http://schemas.microsoft.com/office/drawing/2014/main" id="{C3327C84-774D-8C8D-05AD-4B70FF5ACE6F}"/>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86" name="Rectangle 385">
                  <a:extLst>
                    <a:ext uri="{FF2B5EF4-FFF2-40B4-BE49-F238E27FC236}">
                      <a16:creationId xmlns:a16="http://schemas.microsoft.com/office/drawing/2014/main" id="{5DDC66F2-F1DB-4B22-6CE6-9D56F3F3F1BF}"/>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87" name="Rectangle 386">
                  <a:extLst>
                    <a:ext uri="{FF2B5EF4-FFF2-40B4-BE49-F238E27FC236}">
                      <a16:creationId xmlns:a16="http://schemas.microsoft.com/office/drawing/2014/main" id="{07074D0E-2053-C314-70CF-CC77F0415534}"/>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88" name="Rectangle 387">
                  <a:extLst>
                    <a:ext uri="{FF2B5EF4-FFF2-40B4-BE49-F238E27FC236}">
                      <a16:creationId xmlns:a16="http://schemas.microsoft.com/office/drawing/2014/main" id="{2196F8D2-3E71-8F16-E8B5-7D4EE379E559}"/>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89" name="Rectangle 388">
                  <a:extLst>
                    <a:ext uri="{FF2B5EF4-FFF2-40B4-BE49-F238E27FC236}">
                      <a16:creationId xmlns:a16="http://schemas.microsoft.com/office/drawing/2014/main" id="{CCD3ECD5-61C3-9875-6085-59020A470D02}"/>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381" name="Rectangle 380">
                <a:extLst>
                  <a:ext uri="{FF2B5EF4-FFF2-40B4-BE49-F238E27FC236}">
                    <a16:creationId xmlns:a16="http://schemas.microsoft.com/office/drawing/2014/main" id="{9BA75373-97CC-39DF-35AF-4001D78D0F24}"/>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390" name="Group 389">
              <a:extLst>
                <a:ext uri="{FF2B5EF4-FFF2-40B4-BE49-F238E27FC236}">
                  <a16:creationId xmlns:a16="http://schemas.microsoft.com/office/drawing/2014/main" id="{A8EA699C-BD6B-6701-146F-23D916F718F2}"/>
                </a:ext>
              </a:extLst>
            </p:cNvPr>
            <p:cNvGrpSpPr/>
            <p:nvPr/>
          </p:nvGrpSpPr>
          <p:grpSpPr>
            <a:xfrm>
              <a:off x="4536799" y="4521299"/>
              <a:ext cx="127321" cy="1077753"/>
              <a:chOff x="2518180" y="4645556"/>
              <a:chExt cx="127321" cy="1077753"/>
            </a:xfrm>
          </p:grpSpPr>
          <p:grpSp>
            <p:nvGrpSpPr>
              <p:cNvPr id="391" name="Group 390">
                <a:extLst>
                  <a:ext uri="{FF2B5EF4-FFF2-40B4-BE49-F238E27FC236}">
                    <a16:creationId xmlns:a16="http://schemas.microsoft.com/office/drawing/2014/main" id="{965CBCC6-ECA4-98F3-E6AE-23D4AFD6BFF8}"/>
                  </a:ext>
                </a:extLst>
              </p:cNvPr>
              <p:cNvGrpSpPr/>
              <p:nvPr/>
            </p:nvGrpSpPr>
            <p:grpSpPr>
              <a:xfrm rot="5400000">
                <a:off x="2101721" y="5062017"/>
                <a:ext cx="960242" cy="127319"/>
                <a:chOff x="2389719" y="3429000"/>
                <a:chExt cx="1701376" cy="225587"/>
              </a:xfrm>
            </p:grpSpPr>
            <p:sp>
              <p:nvSpPr>
                <p:cNvPr id="393" name="Rectangle 392">
                  <a:extLst>
                    <a:ext uri="{FF2B5EF4-FFF2-40B4-BE49-F238E27FC236}">
                      <a16:creationId xmlns:a16="http://schemas.microsoft.com/office/drawing/2014/main" id="{7B7E2A0D-AB25-CE15-0483-DC059042450B}"/>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94" name="Rectangle 393">
                  <a:extLst>
                    <a:ext uri="{FF2B5EF4-FFF2-40B4-BE49-F238E27FC236}">
                      <a16:creationId xmlns:a16="http://schemas.microsoft.com/office/drawing/2014/main" id="{7372421A-69E1-D0EC-E3E4-5ADF2E5B8937}"/>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95" name="Rectangle 394">
                  <a:extLst>
                    <a:ext uri="{FF2B5EF4-FFF2-40B4-BE49-F238E27FC236}">
                      <a16:creationId xmlns:a16="http://schemas.microsoft.com/office/drawing/2014/main" id="{7C9B3060-9F24-5C8A-A27F-4231D45FB221}"/>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96" name="Rectangle 395">
                  <a:extLst>
                    <a:ext uri="{FF2B5EF4-FFF2-40B4-BE49-F238E27FC236}">
                      <a16:creationId xmlns:a16="http://schemas.microsoft.com/office/drawing/2014/main" id="{CF2BD302-C69D-69E0-E213-B5DE0730F4F3}"/>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97" name="Rectangle 396">
                  <a:extLst>
                    <a:ext uri="{FF2B5EF4-FFF2-40B4-BE49-F238E27FC236}">
                      <a16:creationId xmlns:a16="http://schemas.microsoft.com/office/drawing/2014/main" id="{4332A948-DB29-80C6-3AB3-2071B862B953}"/>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98" name="Rectangle 397">
                  <a:extLst>
                    <a:ext uri="{FF2B5EF4-FFF2-40B4-BE49-F238E27FC236}">
                      <a16:creationId xmlns:a16="http://schemas.microsoft.com/office/drawing/2014/main" id="{83626514-E921-E144-A5A4-E920EE7D7B6D}"/>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99" name="Rectangle 398">
                  <a:extLst>
                    <a:ext uri="{FF2B5EF4-FFF2-40B4-BE49-F238E27FC236}">
                      <a16:creationId xmlns:a16="http://schemas.microsoft.com/office/drawing/2014/main" id="{B756FA1C-9397-DE77-C865-A356481F3141}"/>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00" name="Rectangle 399">
                  <a:extLst>
                    <a:ext uri="{FF2B5EF4-FFF2-40B4-BE49-F238E27FC236}">
                      <a16:creationId xmlns:a16="http://schemas.microsoft.com/office/drawing/2014/main" id="{79F5F760-374A-92DE-CF6C-D48902BEEBDA}"/>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392" name="Rectangle 391">
                <a:extLst>
                  <a:ext uri="{FF2B5EF4-FFF2-40B4-BE49-F238E27FC236}">
                    <a16:creationId xmlns:a16="http://schemas.microsoft.com/office/drawing/2014/main" id="{5EDB9BE0-D59A-42E4-C57D-B605E1CC0413}"/>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grpSp>
        <p:nvGrpSpPr>
          <p:cNvPr id="570" name="Group 569">
            <a:extLst>
              <a:ext uri="{FF2B5EF4-FFF2-40B4-BE49-F238E27FC236}">
                <a16:creationId xmlns:a16="http://schemas.microsoft.com/office/drawing/2014/main" id="{4C78251B-FF0A-5BC5-C912-AB200337E745}"/>
              </a:ext>
            </a:extLst>
          </p:cNvPr>
          <p:cNvGrpSpPr/>
          <p:nvPr/>
        </p:nvGrpSpPr>
        <p:grpSpPr>
          <a:xfrm>
            <a:off x="5266746" y="3881843"/>
            <a:ext cx="1271485" cy="1077754"/>
            <a:chOff x="3392635" y="4521299"/>
            <a:chExt cx="1271485" cy="1077754"/>
          </a:xfrm>
        </p:grpSpPr>
        <p:grpSp>
          <p:nvGrpSpPr>
            <p:cNvPr id="571" name="Group 570">
              <a:extLst>
                <a:ext uri="{FF2B5EF4-FFF2-40B4-BE49-F238E27FC236}">
                  <a16:creationId xmlns:a16="http://schemas.microsoft.com/office/drawing/2014/main" id="{93852660-11DB-55E4-52D8-5974E3663801}"/>
                </a:ext>
              </a:extLst>
            </p:cNvPr>
            <p:cNvGrpSpPr/>
            <p:nvPr/>
          </p:nvGrpSpPr>
          <p:grpSpPr>
            <a:xfrm>
              <a:off x="3392635" y="4521300"/>
              <a:ext cx="127321" cy="1077753"/>
              <a:chOff x="2518180" y="4645556"/>
              <a:chExt cx="127321" cy="1077753"/>
            </a:xfrm>
          </p:grpSpPr>
          <p:grpSp>
            <p:nvGrpSpPr>
              <p:cNvPr id="671" name="Group 670">
                <a:extLst>
                  <a:ext uri="{FF2B5EF4-FFF2-40B4-BE49-F238E27FC236}">
                    <a16:creationId xmlns:a16="http://schemas.microsoft.com/office/drawing/2014/main" id="{F4CD855B-64D3-2944-0700-C86184B3B856}"/>
                  </a:ext>
                </a:extLst>
              </p:cNvPr>
              <p:cNvGrpSpPr/>
              <p:nvPr/>
            </p:nvGrpSpPr>
            <p:grpSpPr>
              <a:xfrm rot="5400000">
                <a:off x="2101721" y="5062017"/>
                <a:ext cx="960242" cy="127319"/>
                <a:chOff x="2389719" y="3429000"/>
                <a:chExt cx="1701376" cy="225587"/>
              </a:xfrm>
            </p:grpSpPr>
            <p:sp>
              <p:nvSpPr>
                <p:cNvPr id="673" name="Rectangle 672">
                  <a:extLst>
                    <a:ext uri="{FF2B5EF4-FFF2-40B4-BE49-F238E27FC236}">
                      <a16:creationId xmlns:a16="http://schemas.microsoft.com/office/drawing/2014/main" id="{5BAD746B-7F7A-BC71-FB74-3D063F9A9654}"/>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74" name="Rectangle 673">
                  <a:extLst>
                    <a:ext uri="{FF2B5EF4-FFF2-40B4-BE49-F238E27FC236}">
                      <a16:creationId xmlns:a16="http://schemas.microsoft.com/office/drawing/2014/main" id="{13D2005B-884D-6C5B-1E1E-531381606479}"/>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75" name="Rectangle 674">
                  <a:extLst>
                    <a:ext uri="{FF2B5EF4-FFF2-40B4-BE49-F238E27FC236}">
                      <a16:creationId xmlns:a16="http://schemas.microsoft.com/office/drawing/2014/main" id="{EA1B26C4-CA49-59CD-8468-76DBB15E05C0}"/>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76" name="Rectangle 675">
                  <a:extLst>
                    <a:ext uri="{FF2B5EF4-FFF2-40B4-BE49-F238E27FC236}">
                      <a16:creationId xmlns:a16="http://schemas.microsoft.com/office/drawing/2014/main" id="{90F5B4BD-5E49-AD36-0A2E-5D908ED3423B}"/>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77" name="Rectangle 676">
                  <a:extLst>
                    <a:ext uri="{FF2B5EF4-FFF2-40B4-BE49-F238E27FC236}">
                      <a16:creationId xmlns:a16="http://schemas.microsoft.com/office/drawing/2014/main" id="{FCC7AEC9-3399-6B64-D8B3-56F63BB5BF5C}"/>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78" name="Rectangle 677">
                  <a:extLst>
                    <a:ext uri="{FF2B5EF4-FFF2-40B4-BE49-F238E27FC236}">
                      <a16:creationId xmlns:a16="http://schemas.microsoft.com/office/drawing/2014/main" id="{82526659-01E7-1FAD-24A9-5060B7731BA4}"/>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79" name="Rectangle 678">
                  <a:extLst>
                    <a:ext uri="{FF2B5EF4-FFF2-40B4-BE49-F238E27FC236}">
                      <a16:creationId xmlns:a16="http://schemas.microsoft.com/office/drawing/2014/main" id="{D18038CE-0F50-6746-9470-273A8709316A}"/>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80" name="Rectangle 679">
                  <a:extLst>
                    <a:ext uri="{FF2B5EF4-FFF2-40B4-BE49-F238E27FC236}">
                      <a16:creationId xmlns:a16="http://schemas.microsoft.com/office/drawing/2014/main" id="{18981B14-5BED-4E5B-6CF5-33940D5D59FB}"/>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672" name="Rectangle 671">
                <a:extLst>
                  <a:ext uri="{FF2B5EF4-FFF2-40B4-BE49-F238E27FC236}">
                    <a16:creationId xmlns:a16="http://schemas.microsoft.com/office/drawing/2014/main" id="{87A5D14A-99EA-31A4-293D-525B09F12234}"/>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572" name="Group 571">
              <a:extLst>
                <a:ext uri="{FF2B5EF4-FFF2-40B4-BE49-F238E27FC236}">
                  <a16:creationId xmlns:a16="http://schemas.microsoft.com/office/drawing/2014/main" id="{806944F4-B9EB-F0A7-5D26-C87C7ECEA420}"/>
                </a:ext>
              </a:extLst>
            </p:cNvPr>
            <p:cNvGrpSpPr/>
            <p:nvPr/>
          </p:nvGrpSpPr>
          <p:grpSpPr>
            <a:xfrm>
              <a:off x="3517885" y="4521299"/>
              <a:ext cx="127321" cy="1077753"/>
              <a:chOff x="2518180" y="4645556"/>
              <a:chExt cx="127321" cy="1077753"/>
            </a:xfrm>
          </p:grpSpPr>
          <p:grpSp>
            <p:nvGrpSpPr>
              <p:cNvPr id="661" name="Group 660">
                <a:extLst>
                  <a:ext uri="{FF2B5EF4-FFF2-40B4-BE49-F238E27FC236}">
                    <a16:creationId xmlns:a16="http://schemas.microsoft.com/office/drawing/2014/main" id="{9F8BBD89-31D2-1FD9-C091-9DC5C9A0978B}"/>
                  </a:ext>
                </a:extLst>
              </p:cNvPr>
              <p:cNvGrpSpPr/>
              <p:nvPr/>
            </p:nvGrpSpPr>
            <p:grpSpPr>
              <a:xfrm rot="5400000">
                <a:off x="2101721" y="5062017"/>
                <a:ext cx="960242" cy="127319"/>
                <a:chOff x="2389719" y="3429000"/>
                <a:chExt cx="1701376" cy="225587"/>
              </a:xfrm>
            </p:grpSpPr>
            <p:sp>
              <p:nvSpPr>
                <p:cNvPr id="663" name="Rectangle 662">
                  <a:extLst>
                    <a:ext uri="{FF2B5EF4-FFF2-40B4-BE49-F238E27FC236}">
                      <a16:creationId xmlns:a16="http://schemas.microsoft.com/office/drawing/2014/main" id="{8C67C78B-2BE0-7C34-D36B-1F5E0AC1E5A9}"/>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64" name="Rectangle 663">
                  <a:extLst>
                    <a:ext uri="{FF2B5EF4-FFF2-40B4-BE49-F238E27FC236}">
                      <a16:creationId xmlns:a16="http://schemas.microsoft.com/office/drawing/2014/main" id="{1B33E419-B351-840E-3850-B633FD499EF9}"/>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65" name="Rectangle 664">
                  <a:extLst>
                    <a:ext uri="{FF2B5EF4-FFF2-40B4-BE49-F238E27FC236}">
                      <a16:creationId xmlns:a16="http://schemas.microsoft.com/office/drawing/2014/main" id="{AA3CAE8E-6B24-7EE1-D310-391194B42F5A}"/>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66" name="Rectangle 665">
                  <a:extLst>
                    <a:ext uri="{FF2B5EF4-FFF2-40B4-BE49-F238E27FC236}">
                      <a16:creationId xmlns:a16="http://schemas.microsoft.com/office/drawing/2014/main" id="{95D10163-89FC-EA24-DFFE-069C2005C486}"/>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67" name="Rectangle 666">
                  <a:extLst>
                    <a:ext uri="{FF2B5EF4-FFF2-40B4-BE49-F238E27FC236}">
                      <a16:creationId xmlns:a16="http://schemas.microsoft.com/office/drawing/2014/main" id="{86C1EA1E-9758-B3AC-1284-E02800DEE202}"/>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68" name="Rectangle 667">
                  <a:extLst>
                    <a:ext uri="{FF2B5EF4-FFF2-40B4-BE49-F238E27FC236}">
                      <a16:creationId xmlns:a16="http://schemas.microsoft.com/office/drawing/2014/main" id="{E82B1DA1-EDAE-4295-F1F4-FCB1923DC013}"/>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69" name="Rectangle 668">
                  <a:extLst>
                    <a:ext uri="{FF2B5EF4-FFF2-40B4-BE49-F238E27FC236}">
                      <a16:creationId xmlns:a16="http://schemas.microsoft.com/office/drawing/2014/main" id="{C5D113A1-DDC5-6E20-0307-889A3AE1BD56}"/>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70" name="Rectangle 669">
                  <a:extLst>
                    <a:ext uri="{FF2B5EF4-FFF2-40B4-BE49-F238E27FC236}">
                      <a16:creationId xmlns:a16="http://schemas.microsoft.com/office/drawing/2014/main" id="{79059F26-FCDB-4452-4479-32F80604B680}"/>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662" name="Rectangle 661">
                <a:extLst>
                  <a:ext uri="{FF2B5EF4-FFF2-40B4-BE49-F238E27FC236}">
                    <a16:creationId xmlns:a16="http://schemas.microsoft.com/office/drawing/2014/main" id="{E9062CDB-0320-8C44-65BA-0F3692AB8EFE}"/>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573" name="Group 572">
              <a:extLst>
                <a:ext uri="{FF2B5EF4-FFF2-40B4-BE49-F238E27FC236}">
                  <a16:creationId xmlns:a16="http://schemas.microsoft.com/office/drawing/2014/main" id="{5F724CC2-E250-5367-D5C4-DBEF6E648338}"/>
                </a:ext>
              </a:extLst>
            </p:cNvPr>
            <p:cNvGrpSpPr/>
            <p:nvPr/>
          </p:nvGrpSpPr>
          <p:grpSpPr>
            <a:xfrm>
              <a:off x="3645048" y="4521300"/>
              <a:ext cx="127321" cy="1077753"/>
              <a:chOff x="2518180" y="4645556"/>
              <a:chExt cx="127321" cy="1077753"/>
            </a:xfrm>
          </p:grpSpPr>
          <p:grpSp>
            <p:nvGrpSpPr>
              <p:cNvPr id="651" name="Group 650">
                <a:extLst>
                  <a:ext uri="{FF2B5EF4-FFF2-40B4-BE49-F238E27FC236}">
                    <a16:creationId xmlns:a16="http://schemas.microsoft.com/office/drawing/2014/main" id="{CD9FCFA3-D7D4-47CE-01CF-8C9C083E8AF0}"/>
                  </a:ext>
                </a:extLst>
              </p:cNvPr>
              <p:cNvGrpSpPr/>
              <p:nvPr/>
            </p:nvGrpSpPr>
            <p:grpSpPr>
              <a:xfrm rot="5400000">
                <a:off x="2101721" y="5062017"/>
                <a:ext cx="960242" cy="127319"/>
                <a:chOff x="2389719" y="3429000"/>
                <a:chExt cx="1701376" cy="225587"/>
              </a:xfrm>
            </p:grpSpPr>
            <p:sp>
              <p:nvSpPr>
                <p:cNvPr id="653" name="Rectangle 652">
                  <a:extLst>
                    <a:ext uri="{FF2B5EF4-FFF2-40B4-BE49-F238E27FC236}">
                      <a16:creationId xmlns:a16="http://schemas.microsoft.com/office/drawing/2014/main" id="{038E0F35-4B26-6DAD-004B-AD504FD7DE8A}"/>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54" name="Rectangle 653">
                  <a:extLst>
                    <a:ext uri="{FF2B5EF4-FFF2-40B4-BE49-F238E27FC236}">
                      <a16:creationId xmlns:a16="http://schemas.microsoft.com/office/drawing/2014/main" id="{1F255349-6F5A-CF2F-0E0D-748DC7E16F9C}"/>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55" name="Rectangle 654">
                  <a:extLst>
                    <a:ext uri="{FF2B5EF4-FFF2-40B4-BE49-F238E27FC236}">
                      <a16:creationId xmlns:a16="http://schemas.microsoft.com/office/drawing/2014/main" id="{9BAD560C-49BB-B252-0FE6-1D0642FF06D6}"/>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56" name="Rectangle 655">
                  <a:extLst>
                    <a:ext uri="{FF2B5EF4-FFF2-40B4-BE49-F238E27FC236}">
                      <a16:creationId xmlns:a16="http://schemas.microsoft.com/office/drawing/2014/main" id="{6B3A65C4-7015-2A23-2664-FD19771F773C}"/>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57" name="Rectangle 656">
                  <a:extLst>
                    <a:ext uri="{FF2B5EF4-FFF2-40B4-BE49-F238E27FC236}">
                      <a16:creationId xmlns:a16="http://schemas.microsoft.com/office/drawing/2014/main" id="{2AE644CA-82CB-4492-2751-40264F1CF7BE}"/>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58" name="Rectangle 657">
                  <a:extLst>
                    <a:ext uri="{FF2B5EF4-FFF2-40B4-BE49-F238E27FC236}">
                      <a16:creationId xmlns:a16="http://schemas.microsoft.com/office/drawing/2014/main" id="{6473FA7E-6DB9-A779-9AAF-98D8EB62A83F}"/>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59" name="Rectangle 658">
                  <a:extLst>
                    <a:ext uri="{FF2B5EF4-FFF2-40B4-BE49-F238E27FC236}">
                      <a16:creationId xmlns:a16="http://schemas.microsoft.com/office/drawing/2014/main" id="{A0DE97D5-6FB2-C533-2299-624FE17E58E3}"/>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60" name="Rectangle 659">
                  <a:extLst>
                    <a:ext uri="{FF2B5EF4-FFF2-40B4-BE49-F238E27FC236}">
                      <a16:creationId xmlns:a16="http://schemas.microsoft.com/office/drawing/2014/main" id="{A29A42AD-0647-6570-B94E-0241EBB66418}"/>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652" name="Rectangle 651">
                <a:extLst>
                  <a:ext uri="{FF2B5EF4-FFF2-40B4-BE49-F238E27FC236}">
                    <a16:creationId xmlns:a16="http://schemas.microsoft.com/office/drawing/2014/main" id="{63989A7D-37E6-BF53-FCE1-F3E51A6EF0FD}"/>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574" name="Group 573">
              <a:extLst>
                <a:ext uri="{FF2B5EF4-FFF2-40B4-BE49-F238E27FC236}">
                  <a16:creationId xmlns:a16="http://schemas.microsoft.com/office/drawing/2014/main" id="{49469684-B77F-471E-4FAF-0C350435126C}"/>
                </a:ext>
              </a:extLst>
            </p:cNvPr>
            <p:cNvGrpSpPr/>
            <p:nvPr/>
          </p:nvGrpSpPr>
          <p:grpSpPr>
            <a:xfrm>
              <a:off x="3770298" y="4521299"/>
              <a:ext cx="127321" cy="1077753"/>
              <a:chOff x="2518180" y="4645556"/>
              <a:chExt cx="127321" cy="1077753"/>
            </a:xfrm>
          </p:grpSpPr>
          <p:grpSp>
            <p:nvGrpSpPr>
              <p:cNvPr id="641" name="Group 640">
                <a:extLst>
                  <a:ext uri="{FF2B5EF4-FFF2-40B4-BE49-F238E27FC236}">
                    <a16:creationId xmlns:a16="http://schemas.microsoft.com/office/drawing/2014/main" id="{39C1948F-FFF4-9DF0-8386-F087CC59308B}"/>
                  </a:ext>
                </a:extLst>
              </p:cNvPr>
              <p:cNvGrpSpPr/>
              <p:nvPr/>
            </p:nvGrpSpPr>
            <p:grpSpPr>
              <a:xfrm rot="5400000">
                <a:off x="2101721" y="5062017"/>
                <a:ext cx="960242" cy="127319"/>
                <a:chOff x="2389719" y="3429000"/>
                <a:chExt cx="1701376" cy="225587"/>
              </a:xfrm>
            </p:grpSpPr>
            <p:sp>
              <p:nvSpPr>
                <p:cNvPr id="643" name="Rectangle 642">
                  <a:extLst>
                    <a:ext uri="{FF2B5EF4-FFF2-40B4-BE49-F238E27FC236}">
                      <a16:creationId xmlns:a16="http://schemas.microsoft.com/office/drawing/2014/main" id="{BA4F08DC-85C3-A17E-E35D-C7E8025BF751}"/>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44" name="Rectangle 643">
                  <a:extLst>
                    <a:ext uri="{FF2B5EF4-FFF2-40B4-BE49-F238E27FC236}">
                      <a16:creationId xmlns:a16="http://schemas.microsoft.com/office/drawing/2014/main" id="{9719548A-D218-9B60-BE7D-29DB8D40B8DE}"/>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45" name="Rectangle 644">
                  <a:extLst>
                    <a:ext uri="{FF2B5EF4-FFF2-40B4-BE49-F238E27FC236}">
                      <a16:creationId xmlns:a16="http://schemas.microsoft.com/office/drawing/2014/main" id="{0D3767DC-551A-3FCD-3108-FD4AA63797F8}"/>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46" name="Rectangle 645">
                  <a:extLst>
                    <a:ext uri="{FF2B5EF4-FFF2-40B4-BE49-F238E27FC236}">
                      <a16:creationId xmlns:a16="http://schemas.microsoft.com/office/drawing/2014/main" id="{95BC930C-81E6-570C-B4CC-3A61AE6BE2AD}"/>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47" name="Rectangle 646">
                  <a:extLst>
                    <a:ext uri="{FF2B5EF4-FFF2-40B4-BE49-F238E27FC236}">
                      <a16:creationId xmlns:a16="http://schemas.microsoft.com/office/drawing/2014/main" id="{6F3029A4-FB3B-0090-49E4-D5DA7FF4BC5A}"/>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48" name="Rectangle 647">
                  <a:extLst>
                    <a:ext uri="{FF2B5EF4-FFF2-40B4-BE49-F238E27FC236}">
                      <a16:creationId xmlns:a16="http://schemas.microsoft.com/office/drawing/2014/main" id="{07EFECC3-226D-E85A-1D36-B0E27A53936A}"/>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49" name="Rectangle 648">
                  <a:extLst>
                    <a:ext uri="{FF2B5EF4-FFF2-40B4-BE49-F238E27FC236}">
                      <a16:creationId xmlns:a16="http://schemas.microsoft.com/office/drawing/2014/main" id="{3DFA633F-1276-1A2E-16FA-9EADBA3DDB18}"/>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50" name="Rectangle 649">
                  <a:extLst>
                    <a:ext uri="{FF2B5EF4-FFF2-40B4-BE49-F238E27FC236}">
                      <a16:creationId xmlns:a16="http://schemas.microsoft.com/office/drawing/2014/main" id="{62CCE75E-627A-9689-BD61-2CA867B2E133}"/>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642" name="Rectangle 641">
                <a:extLst>
                  <a:ext uri="{FF2B5EF4-FFF2-40B4-BE49-F238E27FC236}">
                    <a16:creationId xmlns:a16="http://schemas.microsoft.com/office/drawing/2014/main" id="{CD36E3FD-41FA-6214-CD34-BDEA6258A73A}"/>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575" name="Group 574">
              <a:extLst>
                <a:ext uri="{FF2B5EF4-FFF2-40B4-BE49-F238E27FC236}">
                  <a16:creationId xmlns:a16="http://schemas.microsoft.com/office/drawing/2014/main" id="{F3399505-8F1B-32F9-0C58-52FC80ECB765}"/>
                </a:ext>
              </a:extLst>
            </p:cNvPr>
            <p:cNvGrpSpPr/>
            <p:nvPr/>
          </p:nvGrpSpPr>
          <p:grpSpPr>
            <a:xfrm>
              <a:off x="3901875" y="4521300"/>
              <a:ext cx="127321" cy="1077753"/>
              <a:chOff x="2518180" y="4645556"/>
              <a:chExt cx="127321" cy="1077753"/>
            </a:xfrm>
          </p:grpSpPr>
          <p:grpSp>
            <p:nvGrpSpPr>
              <p:cNvPr id="631" name="Group 630">
                <a:extLst>
                  <a:ext uri="{FF2B5EF4-FFF2-40B4-BE49-F238E27FC236}">
                    <a16:creationId xmlns:a16="http://schemas.microsoft.com/office/drawing/2014/main" id="{D494AB31-B935-76E5-CA5B-86046C7FFA6D}"/>
                  </a:ext>
                </a:extLst>
              </p:cNvPr>
              <p:cNvGrpSpPr/>
              <p:nvPr/>
            </p:nvGrpSpPr>
            <p:grpSpPr>
              <a:xfrm rot="5400000">
                <a:off x="2101721" y="5062017"/>
                <a:ext cx="960242" cy="127319"/>
                <a:chOff x="2389719" y="3429000"/>
                <a:chExt cx="1701376" cy="225587"/>
              </a:xfrm>
            </p:grpSpPr>
            <p:sp>
              <p:nvSpPr>
                <p:cNvPr id="633" name="Rectangle 632">
                  <a:extLst>
                    <a:ext uri="{FF2B5EF4-FFF2-40B4-BE49-F238E27FC236}">
                      <a16:creationId xmlns:a16="http://schemas.microsoft.com/office/drawing/2014/main" id="{467AB61D-11A6-D7D7-A54B-05D4DE0C7552}"/>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34" name="Rectangle 633">
                  <a:extLst>
                    <a:ext uri="{FF2B5EF4-FFF2-40B4-BE49-F238E27FC236}">
                      <a16:creationId xmlns:a16="http://schemas.microsoft.com/office/drawing/2014/main" id="{B4707EBE-7398-FEC4-C29A-4A1204AF6506}"/>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35" name="Rectangle 634">
                  <a:extLst>
                    <a:ext uri="{FF2B5EF4-FFF2-40B4-BE49-F238E27FC236}">
                      <a16:creationId xmlns:a16="http://schemas.microsoft.com/office/drawing/2014/main" id="{62E135A5-F596-8CA2-F7AD-50EEA0CEF806}"/>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36" name="Rectangle 635">
                  <a:extLst>
                    <a:ext uri="{FF2B5EF4-FFF2-40B4-BE49-F238E27FC236}">
                      <a16:creationId xmlns:a16="http://schemas.microsoft.com/office/drawing/2014/main" id="{C91DC3CF-9998-BFE5-BB20-2CB9C61ABB51}"/>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37" name="Rectangle 636">
                  <a:extLst>
                    <a:ext uri="{FF2B5EF4-FFF2-40B4-BE49-F238E27FC236}">
                      <a16:creationId xmlns:a16="http://schemas.microsoft.com/office/drawing/2014/main" id="{DCCB186B-CE6E-722C-5212-D5CD80EFE80C}"/>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38" name="Rectangle 637">
                  <a:extLst>
                    <a:ext uri="{FF2B5EF4-FFF2-40B4-BE49-F238E27FC236}">
                      <a16:creationId xmlns:a16="http://schemas.microsoft.com/office/drawing/2014/main" id="{919734ED-43A9-82C2-E707-5B9442211D16}"/>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39" name="Rectangle 638">
                  <a:extLst>
                    <a:ext uri="{FF2B5EF4-FFF2-40B4-BE49-F238E27FC236}">
                      <a16:creationId xmlns:a16="http://schemas.microsoft.com/office/drawing/2014/main" id="{A6036981-AC77-6BDD-5CAA-814B26D55F4A}"/>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40" name="Rectangle 639">
                  <a:extLst>
                    <a:ext uri="{FF2B5EF4-FFF2-40B4-BE49-F238E27FC236}">
                      <a16:creationId xmlns:a16="http://schemas.microsoft.com/office/drawing/2014/main" id="{3E2A5E91-82C8-7AD3-95E5-75BDDA1FB3B8}"/>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632" name="Rectangle 631">
                <a:extLst>
                  <a:ext uri="{FF2B5EF4-FFF2-40B4-BE49-F238E27FC236}">
                    <a16:creationId xmlns:a16="http://schemas.microsoft.com/office/drawing/2014/main" id="{A2A6D293-FD6F-C074-AC6F-C9FA5516878C}"/>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576" name="Group 575">
              <a:extLst>
                <a:ext uri="{FF2B5EF4-FFF2-40B4-BE49-F238E27FC236}">
                  <a16:creationId xmlns:a16="http://schemas.microsoft.com/office/drawing/2014/main" id="{0369F2C7-FA8E-F4D1-B9D5-F6BD9A542DA2}"/>
                </a:ext>
              </a:extLst>
            </p:cNvPr>
            <p:cNvGrpSpPr/>
            <p:nvPr/>
          </p:nvGrpSpPr>
          <p:grpSpPr>
            <a:xfrm>
              <a:off x="4027125" y="4521299"/>
              <a:ext cx="127321" cy="1077753"/>
              <a:chOff x="2518180" y="4645556"/>
              <a:chExt cx="127321" cy="1077753"/>
            </a:xfrm>
          </p:grpSpPr>
          <p:grpSp>
            <p:nvGrpSpPr>
              <p:cNvPr id="621" name="Group 620">
                <a:extLst>
                  <a:ext uri="{FF2B5EF4-FFF2-40B4-BE49-F238E27FC236}">
                    <a16:creationId xmlns:a16="http://schemas.microsoft.com/office/drawing/2014/main" id="{B0521548-3870-83E3-F18A-1E76047980E9}"/>
                  </a:ext>
                </a:extLst>
              </p:cNvPr>
              <p:cNvGrpSpPr/>
              <p:nvPr/>
            </p:nvGrpSpPr>
            <p:grpSpPr>
              <a:xfrm rot="5400000">
                <a:off x="2101721" y="5062017"/>
                <a:ext cx="960242" cy="127319"/>
                <a:chOff x="2389719" y="3429000"/>
                <a:chExt cx="1701376" cy="225587"/>
              </a:xfrm>
            </p:grpSpPr>
            <p:sp>
              <p:nvSpPr>
                <p:cNvPr id="623" name="Rectangle 622">
                  <a:extLst>
                    <a:ext uri="{FF2B5EF4-FFF2-40B4-BE49-F238E27FC236}">
                      <a16:creationId xmlns:a16="http://schemas.microsoft.com/office/drawing/2014/main" id="{3D1D185E-339A-2C36-29D4-A0AB9B34BAA9}"/>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24" name="Rectangle 623">
                  <a:extLst>
                    <a:ext uri="{FF2B5EF4-FFF2-40B4-BE49-F238E27FC236}">
                      <a16:creationId xmlns:a16="http://schemas.microsoft.com/office/drawing/2014/main" id="{C420B5B9-C59A-5C53-EE6E-0C1C1E2A074F}"/>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25" name="Rectangle 624">
                  <a:extLst>
                    <a:ext uri="{FF2B5EF4-FFF2-40B4-BE49-F238E27FC236}">
                      <a16:creationId xmlns:a16="http://schemas.microsoft.com/office/drawing/2014/main" id="{DE9EAC2A-D072-BCDD-F181-C4D8197F2DFA}"/>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26" name="Rectangle 625">
                  <a:extLst>
                    <a:ext uri="{FF2B5EF4-FFF2-40B4-BE49-F238E27FC236}">
                      <a16:creationId xmlns:a16="http://schemas.microsoft.com/office/drawing/2014/main" id="{39EB585E-A17B-8A43-A9B3-95A59ECFFCEA}"/>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27" name="Rectangle 626">
                  <a:extLst>
                    <a:ext uri="{FF2B5EF4-FFF2-40B4-BE49-F238E27FC236}">
                      <a16:creationId xmlns:a16="http://schemas.microsoft.com/office/drawing/2014/main" id="{857E27D8-A302-CFE8-AA58-9F16DC8F3529}"/>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28" name="Rectangle 627">
                  <a:extLst>
                    <a:ext uri="{FF2B5EF4-FFF2-40B4-BE49-F238E27FC236}">
                      <a16:creationId xmlns:a16="http://schemas.microsoft.com/office/drawing/2014/main" id="{B5B965AD-4173-B2C5-ACE5-E84152701355}"/>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29" name="Rectangle 628">
                  <a:extLst>
                    <a:ext uri="{FF2B5EF4-FFF2-40B4-BE49-F238E27FC236}">
                      <a16:creationId xmlns:a16="http://schemas.microsoft.com/office/drawing/2014/main" id="{0C387D64-A524-17CF-C1D4-6DDEE9CA40B4}"/>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30" name="Rectangle 629">
                  <a:extLst>
                    <a:ext uri="{FF2B5EF4-FFF2-40B4-BE49-F238E27FC236}">
                      <a16:creationId xmlns:a16="http://schemas.microsoft.com/office/drawing/2014/main" id="{2942C763-B759-B640-1DBC-D71D447CD70E}"/>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622" name="Rectangle 621">
                <a:extLst>
                  <a:ext uri="{FF2B5EF4-FFF2-40B4-BE49-F238E27FC236}">
                    <a16:creationId xmlns:a16="http://schemas.microsoft.com/office/drawing/2014/main" id="{360F71F9-3EC8-9847-4220-BCA87842178D}"/>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577" name="Group 576">
              <a:extLst>
                <a:ext uri="{FF2B5EF4-FFF2-40B4-BE49-F238E27FC236}">
                  <a16:creationId xmlns:a16="http://schemas.microsoft.com/office/drawing/2014/main" id="{1C91BD5A-7ACC-DD32-1EBE-03A618C88273}"/>
                </a:ext>
              </a:extLst>
            </p:cNvPr>
            <p:cNvGrpSpPr/>
            <p:nvPr/>
          </p:nvGrpSpPr>
          <p:grpSpPr>
            <a:xfrm>
              <a:off x="4154288" y="4521300"/>
              <a:ext cx="127321" cy="1077753"/>
              <a:chOff x="2518180" y="4645556"/>
              <a:chExt cx="127321" cy="1077753"/>
            </a:xfrm>
          </p:grpSpPr>
          <p:grpSp>
            <p:nvGrpSpPr>
              <p:cNvPr id="611" name="Group 610">
                <a:extLst>
                  <a:ext uri="{FF2B5EF4-FFF2-40B4-BE49-F238E27FC236}">
                    <a16:creationId xmlns:a16="http://schemas.microsoft.com/office/drawing/2014/main" id="{D21D04DA-1B06-9B2C-74D6-450E534FC473}"/>
                  </a:ext>
                </a:extLst>
              </p:cNvPr>
              <p:cNvGrpSpPr/>
              <p:nvPr/>
            </p:nvGrpSpPr>
            <p:grpSpPr>
              <a:xfrm rot="5400000">
                <a:off x="2101721" y="5062017"/>
                <a:ext cx="960242" cy="127319"/>
                <a:chOff x="2389719" y="3429000"/>
                <a:chExt cx="1701376" cy="225587"/>
              </a:xfrm>
            </p:grpSpPr>
            <p:sp>
              <p:nvSpPr>
                <p:cNvPr id="613" name="Rectangle 612">
                  <a:extLst>
                    <a:ext uri="{FF2B5EF4-FFF2-40B4-BE49-F238E27FC236}">
                      <a16:creationId xmlns:a16="http://schemas.microsoft.com/office/drawing/2014/main" id="{68D05131-B483-83CE-9305-5B10F6E5DD4A}"/>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14" name="Rectangle 613">
                  <a:extLst>
                    <a:ext uri="{FF2B5EF4-FFF2-40B4-BE49-F238E27FC236}">
                      <a16:creationId xmlns:a16="http://schemas.microsoft.com/office/drawing/2014/main" id="{CF4F5542-6F24-B95C-5E10-20B0458301C7}"/>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15" name="Rectangle 614">
                  <a:extLst>
                    <a:ext uri="{FF2B5EF4-FFF2-40B4-BE49-F238E27FC236}">
                      <a16:creationId xmlns:a16="http://schemas.microsoft.com/office/drawing/2014/main" id="{AA309AAE-AA2B-7395-1F44-60B09E303BC5}"/>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16" name="Rectangle 615">
                  <a:extLst>
                    <a:ext uri="{FF2B5EF4-FFF2-40B4-BE49-F238E27FC236}">
                      <a16:creationId xmlns:a16="http://schemas.microsoft.com/office/drawing/2014/main" id="{C455D53D-933B-8E5A-FDB6-A5CE993047EF}"/>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17" name="Rectangle 616">
                  <a:extLst>
                    <a:ext uri="{FF2B5EF4-FFF2-40B4-BE49-F238E27FC236}">
                      <a16:creationId xmlns:a16="http://schemas.microsoft.com/office/drawing/2014/main" id="{6F88DA34-01EF-9652-0CAD-2C72244C691A}"/>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18" name="Rectangle 617">
                  <a:extLst>
                    <a:ext uri="{FF2B5EF4-FFF2-40B4-BE49-F238E27FC236}">
                      <a16:creationId xmlns:a16="http://schemas.microsoft.com/office/drawing/2014/main" id="{07144BDF-F841-8A7C-1E37-05B881D91C78}"/>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19" name="Rectangle 618">
                  <a:extLst>
                    <a:ext uri="{FF2B5EF4-FFF2-40B4-BE49-F238E27FC236}">
                      <a16:creationId xmlns:a16="http://schemas.microsoft.com/office/drawing/2014/main" id="{897C82BA-3759-DF6E-44FC-FBD2718AF0C6}"/>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20" name="Rectangle 619">
                  <a:extLst>
                    <a:ext uri="{FF2B5EF4-FFF2-40B4-BE49-F238E27FC236}">
                      <a16:creationId xmlns:a16="http://schemas.microsoft.com/office/drawing/2014/main" id="{9875C5A6-D0C4-4809-B641-A62BBE88D272}"/>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612" name="Rectangle 611">
                <a:extLst>
                  <a:ext uri="{FF2B5EF4-FFF2-40B4-BE49-F238E27FC236}">
                    <a16:creationId xmlns:a16="http://schemas.microsoft.com/office/drawing/2014/main" id="{2AFCBFCA-CFEF-CD2B-4D56-78FF35BBF3FF}"/>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578" name="Group 577">
              <a:extLst>
                <a:ext uri="{FF2B5EF4-FFF2-40B4-BE49-F238E27FC236}">
                  <a16:creationId xmlns:a16="http://schemas.microsoft.com/office/drawing/2014/main" id="{9FF6D3D4-B4F7-411F-9865-A86EBE2320FE}"/>
                </a:ext>
              </a:extLst>
            </p:cNvPr>
            <p:cNvGrpSpPr/>
            <p:nvPr/>
          </p:nvGrpSpPr>
          <p:grpSpPr>
            <a:xfrm>
              <a:off x="4279538" y="4521299"/>
              <a:ext cx="127321" cy="1077753"/>
              <a:chOff x="2518180" y="4645556"/>
              <a:chExt cx="127321" cy="1077753"/>
            </a:xfrm>
          </p:grpSpPr>
          <p:grpSp>
            <p:nvGrpSpPr>
              <p:cNvPr id="601" name="Group 600">
                <a:extLst>
                  <a:ext uri="{FF2B5EF4-FFF2-40B4-BE49-F238E27FC236}">
                    <a16:creationId xmlns:a16="http://schemas.microsoft.com/office/drawing/2014/main" id="{7B391C96-D2F4-28F1-5FBA-C02394D74F4B}"/>
                  </a:ext>
                </a:extLst>
              </p:cNvPr>
              <p:cNvGrpSpPr/>
              <p:nvPr/>
            </p:nvGrpSpPr>
            <p:grpSpPr>
              <a:xfrm rot="5400000">
                <a:off x="2101721" y="5062017"/>
                <a:ext cx="960242" cy="127319"/>
                <a:chOff x="2389719" y="3429000"/>
                <a:chExt cx="1701376" cy="225587"/>
              </a:xfrm>
            </p:grpSpPr>
            <p:sp>
              <p:nvSpPr>
                <p:cNvPr id="603" name="Rectangle 602">
                  <a:extLst>
                    <a:ext uri="{FF2B5EF4-FFF2-40B4-BE49-F238E27FC236}">
                      <a16:creationId xmlns:a16="http://schemas.microsoft.com/office/drawing/2014/main" id="{104D9D46-3B0B-1395-AE24-18D8D9C89D33}"/>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04" name="Rectangle 603">
                  <a:extLst>
                    <a:ext uri="{FF2B5EF4-FFF2-40B4-BE49-F238E27FC236}">
                      <a16:creationId xmlns:a16="http://schemas.microsoft.com/office/drawing/2014/main" id="{7A76D6FC-092F-9631-1280-C61EC6201132}"/>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05" name="Rectangle 604">
                  <a:extLst>
                    <a:ext uri="{FF2B5EF4-FFF2-40B4-BE49-F238E27FC236}">
                      <a16:creationId xmlns:a16="http://schemas.microsoft.com/office/drawing/2014/main" id="{4F094BF2-CFCD-B668-70B9-2F85F12806D6}"/>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06" name="Rectangle 605">
                  <a:extLst>
                    <a:ext uri="{FF2B5EF4-FFF2-40B4-BE49-F238E27FC236}">
                      <a16:creationId xmlns:a16="http://schemas.microsoft.com/office/drawing/2014/main" id="{FD700B42-A716-CD25-407C-1DFE81A06032}"/>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07" name="Rectangle 606">
                  <a:extLst>
                    <a:ext uri="{FF2B5EF4-FFF2-40B4-BE49-F238E27FC236}">
                      <a16:creationId xmlns:a16="http://schemas.microsoft.com/office/drawing/2014/main" id="{42BF57CA-ACAF-0148-B0BE-9D71EAB715E5}"/>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08" name="Rectangle 607">
                  <a:extLst>
                    <a:ext uri="{FF2B5EF4-FFF2-40B4-BE49-F238E27FC236}">
                      <a16:creationId xmlns:a16="http://schemas.microsoft.com/office/drawing/2014/main" id="{45D72D74-0C7E-A673-0AD9-FEDCDD348593}"/>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09" name="Rectangle 608">
                  <a:extLst>
                    <a:ext uri="{FF2B5EF4-FFF2-40B4-BE49-F238E27FC236}">
                      <a16:creationId xmlns:a16="http://schemas.microsoft.com/office/drawing/2014/main" id="{CD12A0BE-D805-3297-E550-B76217886C44}"/>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10" name="Rectangle 609">
                  <a:extLst>
                    <a:ext uri="{FF2B5EF4-FFF2-40B4-BE49-F238E27FC236}">
                      <a16:creationId xmlns:a16="http://schemas.microsoft.com/office/drawing/2014/main" id="{8325A6A2-BD72-1EEB-7DE9-87F565D60B45}"/>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602" name="Rectangle 601">
                <a:extLst>
                  <a:ext uri="{FF2B5EF4-FFF2-40B4-BE49-F238E27FC236}">
                    <a16:creationId xmlns:a16="http://schemas.microsoft.com/office/drawing/2014/main" id="{D6003A26-1C2E-2E23-EA1D-1B8F12B12B87}"/>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579" name="Group 578">
              <a:extLst>
                <a:ext uri="{FF2B5EF4-FFF2-40B4-BE49-F238E27FC236}">
                  <a16:creationId xmlns:a16="http://schemas.microsoft.com/office/drawing/2014/main" id="{2A6046E6-DC6A-A0FE-13BF-C51BAE948CCD}"/>
                </a:ext>
              </a:extLst>
            </p:cNvPr>
            <p:cNvGrpSpPr/>
            <p:nvPr/>
          </p:nvGrpSpPr>
          <p:grpSpPr>
            <a:xfrm>
              <a:off x="4411549" y="4521300"/>
              <a:ext cx="127321" cy="1077753"/>
              <a:chOff x="2518180" y="4645556"/>
              <a:chExt cx="127321" cy="1077753"/>
            </a:xfrm>
          </p:grpSpPr>
          <p:grpSp>
            <p:nvGrpSpPr>
              <p:cNvPr id="591" name="Group 590">
                <a:extLst>
                  <a:ext uri="{FF2B5EF4-FFF2-40B4-BE49-F238E27FC236}">
                    <a16:creationId xmlns:a16="http://schemas.microsoft.com/office/drawing/2014/main" id="{7102CA42-C860-A4C3-4D0B-17E829C3E900}"/>
                  </a:ext>
                </a:extLst>
              </p:cNvPr>
              <p:cNvGrpSpPr/>
              <p:nvPr/>
            </p:nvGrpSpPr>
            <p:grpSpPr>
              <a:xfrm rot="5400000">
                <a:off x="2101721" y="5062017"/>
                <a:ext cx="960242" cy="127319"/>
                <a:chOff x="2389719" y="3429000"/>
                <a:chExt cx="1701376" cy="225587"/>
              </a:xfrm>
            </p:grpSpPr>
            <p:sp>
              <p:nvSpPr>
                <p:cNvPr id="593" name="Rectangle 592">
                  <a:extLst>
                    <a:ext uri="{FF2B5EF4-FFF2-40B4-BE49-F238E27FC236}">
                      <a16:creationId xmlns:a16="http://schemas.microsoft.com/office/drawing/2014/main" id="{A645B484-F97A-769C-CAE7-B5EE78ED6D4E}"/>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94" name="Rectangle 593">
                  <a:extLst>
                    <a:ext uri="{FF2B5EF4-FFF2-40B4-BE49-F238E27FC236}">
                      <a16:creationId xmlns:a16="http://schemas.microsoft.com/office/drawing/2014/main" id="{1EAEB16E-2D6D-9C8E-E335-B5A1FEE7C50D}"/>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95" name="Rectangle 594">
                  <a:extLst>
                    <a:ext uri="{FF2B5EF4-FFF2-40B4-BE49-F238E27FC236}">
                      <a16:creationId xmlns:a16="http://schemas.microsoft.com/office/drawing/2014/main" id="{E7FC8000-B52F-B166-4EC0-4DB94EF593F0}"/>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96" name="Rectangle 595">
                  <a:extLst>
                    <a:ext uri="{FF2B5EF4-FFF2-40B4-BE49-F238E27FC236}">
                      <a16:creationId xmlns:a16="http://schemas.microsoft.com/office/drawing/2014/main" id="{1960BF2A-531A-F7FC-EF2A-9CE21CFEC425}"/>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97" name="Rectangle 596">
                  <a:extLst>
                    <a:ext uri="{FF2B5EF4-FFF2-40B4-BE49-F238E27FC236}">
                      <a16:creationId xmlns:a16="http://schemas.microsoft.com/office/drawing/2014/main" id="{333D1423-222F-E374-C644-B87AD863F59D}"/>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98" name="Rectangle 597">
                  <a:extLst>
                    <a:ext uri="{FF2B5EF4-FFF2-40B4-BE49-F238E27FC236}">
                      <a16:creationId xmlns:a16="http://schemas.microsoft.com/office/drawing/2014/main" id="{0E99CA76-37E0-6767-1857-BDC515E8428E}"/>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99" name="Rectangle 598">
                  <a:extLst>
                    <a:ext uri="{FF2B5EF4-FFF2-40B4-BE49-F238E27FC236}">
                      <a16:creationId xmlns:a16="http://schemas.microsoft.com/office/drawing/2014/main" id="{222DB662-E62C-70B5-905F-962370D483CB}"/>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00" name="Rectangle 599">
                  <a:extLst>
                    <a:ext uri="{FF2B5EF4-FFF2-40B4-BE49-F238E27FC236}">
                      <a16:creationId xmlns:a16="http://schemas.microsoft.com/office/drawing/2014/main" id="{7BE01350-0FA3-0886-7E3D-1BE9C5E5C1AD}"/>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592" name="Rectangle 591">
                <a:extLst>
                  <a:ext uri="{FF2B5EF4-FFF2-40B4-BE49-F238E27FC236}">
                    <a16:creationId xmlns:a16="http://schemas.microsoft.com/office/drawing/2014/main" id="{594D2040-CDE6-80F7-2822-AD5CC97C583D}"/>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580" name="Group 579">
              <a:extLst>
                <a:ext uri="{FF2B5EF4-FFF2-40B4-BE49-F238E27FC236}">
                  <a16:creationId xmlns:a16="http://schemas.microsoft.com/office/drawing/2014/main" id="{F997B81A-D666-B4CB-5E2F-BD72A31C8987}"/>
                </a:ext>
              </a:extLst>
            </p:cNvPr>
            <p:cNvGrpSpPr/>
            <p:nvPr/>
          </p:nvGrpSpPr>
          <p:grpSpPr>
            <a:xfrm>
              <a:off x="4536799" y="4521299"/>
              <a:ext cx="127321" cy="1077753"/>
              <a:chOff x="2518180" y="4645556"/>
              <a:chExt cx="127321" cy="1077753"/>
            </a:xfrm>
          </p:grpSpPr>
          <p:grpSp>
            <p:nvGrpSpPr>
              <p:cNvPr id="581" name="Group 580">
                <a:extLst>
                  <a:ext uri="{FF2B5EF4-FFF2-40B4-BE49-F238E27FC236}">
                    <a16:creationId xmlns:a16="http://schemas.microsoft.com/office/drawing/2014/main" id="{69AE779D-9CCA-D8ED-555E-C2DC5441DAE5}"/>
                  </a:ext>
                </a:extLst>
              </p:cNvPr>
              <p:cNvGrpSpPr/>
              <p:nvPr/>
            </p:nvGrpSpPr>
            <p:grpSpPr>
              <a:xfrm rot="5400000">
                <a:off x="2101721" y="5062017"/>
                <a:ext cx="960242" cy="127319"/>
                <a:chOff x="2389719" y="3429000"/>
                <a:chExt cx="1701376" cy="225587"/>
              </a:xfrm>
            </p:grpSpPr>
            <p:sp>
              <p:nvSpPr>
                <p:cNvPr id="583" name="Rectangle 582">
                  <a:extLst>
                    <a:ext uri="{FF2B5EF4-FFF2-40B4-BE49-F238E27FC236}">
                      <a16:creationId xmlns:a16="http://schemas.microsoft.com/office/drawing/2014/main" id="{057CEC7D-AADF-153F-CB4F-845229BAF525}"/>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84" name="Rectangle 583">
                  <a:extLst>
                    <a:ext uri="{FF2B5EF4-FFF2-40B4-BE49-F238E27FC236}">
                      <a16:creationId xmlns:a16="http://schemas.microsoft.com/office/drawing/2014/main" id="{996B7E9C-68B3-BB19-AD3E-D582EC1F1306}"/>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85" name="Rectangle 584">
                  <a:extLst>
                    <a:ext uri="{FF2B5EF4-FFF2-40B4-BE49-F238E27FC236}">
                      <a16:creationId xmlns:a16="http://schemas.microsoft.com/office/drawing/2014/main" id="{9B6BDFF1-0CDC-C73E-C19E-76EB45EEF32B}"/>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86" name="Rectangle 585">
                  <a:extLst>
                    <a:ext uri="{FF2B5EF4-FFF2-40B4-BE49-F238E27FC236}">
                      <a16:creationId xmlns:a16="http://schemas.microsoft.com/office/drawing/2014/main" id="{659D975E-2B96-E7A9-094D-9CE81F5FE562}"/>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87" name="Rectangle 586">
                  <a:extLst>
                    <a:ext uri="{FF2B5EF4-FFF2-40B4-BE49-F238E27FC236}">
                      <a16:creationId xmlns:a16="http://schemas.microsoft.com/office/drawing/2014/main" id="{16C3F035-0608-EADA-6BCD-9D91B3F93F34}"/>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88" name="Rectangle 587">
                  <a:extLst>
                    <a:ext uri="{FF2B5EF4-FFF2-40B4-BE49-F238E27FC236}">
                      <a16:creationId xmlns:a16="http://schemas.microsoft.com/office/drawing/2014/main" id="{83ABAEA3-EE95-CA32-899F-7DDDB5F9B737}"/>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89" name="Rectangle 588">
                  <a:extLst>
                    <a:ext uri="{FF2B5EF4-FFF2-40B4-BE49-F238E27FC236}">
                      <a16:creationId xmlns:a16="http://schemas.microsoft.com/office/drawing/2014/main" id="{5CB7F290-E13E-4884-97B8-FFB043EDCEF7}"/>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90" name="Rectangle 589">
                  <a:extLst>
                    <a:ext uri="{FF2B5EF4-FFF2-40B4-BE49-F238E27FC236}">
                      <a16:creationId xmlns:a16="http://schemas.microsoft.com/office/drawing/2014/main" id="{D7D77BD4-0AE0-F328-F259-6E76FFA015D3}"/>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582" name="Rectangle 581">
                <a:extLst>
                  <a:ext uri="{FF2B5EF4-FFF2-40B4-BE49-F238E27FC236}">
                    <a16:creationId xmlns:a16="http://schemas.microsoft.com/office/drawing/2014/main" id="{917D493E-612F-9B71-92A0-264B7BD17659}"/>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grpSp>
        <p:nvGrpSpPr>
          <p:cNvPr id="681" name="Group 680">
            <a:extLst>
              <a:ext uri="{FF2B5EF4-FFF2-40B4-BE49-F238E27FC236}">
                <a16:creationId xmlns:a16="http://schemas.microsoft.com/office/drawing/2014/main" id="{84E3F31A-8A13-8276-EF04-2AB336253F97}"/>
              </a:ext>
            </a:extLst>
          </p:cNvPr>
          <p:cNvGrpSpPr/>
          <p:nvPr/>
        </p:nvGrpSpPr>
        <p:grpSpPr>
          <a:xfrm>
            <a:off x="5339403" y="3943116"/>
            <a:ext cx="1271485" cy="1077754"/>
            <a:chOff x="3392635" y="4521299"/>
            <a:chExt cx="1271485" cy="1077754"/>
          </a:xfrm>
        </p:grpSpPr>
        <p:grpSp>
          <p:nvGrpSpPr>
            <p:cNvPr id="682" name="Group 681">
              <a:extLst>
                <a:ext uri="{FF2B5EF4-FFF2-40B4-BE49-F238E27FC236}">
                  <a16:creationId xmlns:a16="http://schemas.microsoft.com/office/drawing/2014/main" id="{0F19D822-B4D7-424E-940C-9AC85E21F188}"/>
                </a:ext>
              </a:extLst>
            </p:cNvPr>
            <p:cNvGrpSpPr/>
            <p:nvPr/>
          </p:nvGrpSpPr>
          <p:grpSpPr>
            <a:xfrm>
              <a:off x="3392635" y="4521300"/>
              <a:ext cx="127321" cy="1077753"/>
              <a:chOff x="2518180" y="4645556"/>
              <a:chExt cx="127321" cy="1077753"/>
            </a:xfrm>
          </p:grpSpPr>
          <p:grpSp>
            <p:nvGrpSpPr>
              <p:cNvPr id="782" name="Group 781">
                <a:extLst>
                  <a:ext uri="{FF2B5EF4-FFF2-40B4-BE49-F238E27FC236}">
                    <a16:creationId xmlns:a16="http://schemas.microsoft.com/office/drawing/2014/main" id="{C20FAB37-D119-77C5-42A7-6D41DF15DC2E}"/>
                  </a:ext>
                </a:extLst>
              </p:cNvPr>
              <p:cNvGrpSpPr/>
              <p:nvPr/>
            </p:nvGrpSpPr>
            <p:grpSpPr>
              <a:xfrm rot="5400000">
                <a:off x="2101721" y="5062017"/>
                <a:ext cx="960242" cy="127319"/>
                <a:chOff x="2389719" y="3429000"/>
                <a:chExt cx="1701376" cy="225587"/>
              </a:xfrm>
            </p:grpSpPr>
            <p:sp>
              <p:nvSpPr>
                <p:cNvPr id="784" name="Rectangle 783">
                  <a:extLst>
                    <a:ext uri="{FF2B5EF4-FFF2-40B4-BE49-F238E27FC236}">
                      <a16:creationId xmlns:a16="http://schemas.microsoft.com/office/drawing/2014/main" id="{73400CA4-D113-08D7-7F2E-387B74C1EED6}"/>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85" name="Rectangle 784">
                  <a:extLst>
                    <a:ext uri="{FF2B5EF4-FFF2-40B4-BE49-F238E27FC236}">
                      <a16:creationId xmlns:a16="http://schemas.microsoft.com/office/drawing/2014/main" id="{070F119F-DDA5-BD8B-91CF-4B9DF0A1E706}"/>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86" name="Rectangle 785">
                  <a:extLst>
                    <a:ext uri="{FF2B5EF4-FFF2-40B4-BE49-F238E27FC236}">
                      <a16:creationId xmlns:a16="http://schemas.microsoft.com/office/drawing/2014/main" id="{24B9C96B-1C1B-DCA4-0A7D-D63E17766D5D}"/>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87" name="Rectangle 786">
                  <a:extLst>
                    <a:ext uri="{FF2B5EF4-FFF2-40B4-BE49-F238E27FC236}">
                      <a16:creationId xmlns:a16="http://schemas.microsoft.com/office/drawing/2014/main" id="{A3BB1A69-AFB1-D351-5E91-145B7887EF42}"/>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88" name="Rectangle 787">
                  <a:extLst>
                    <a:ext uri="{FF2B5EF4-FFF2-40B4-BE49-F238E27FC236}">
                      <a16:creationId xmlns:a16="http://schemas.microsoft.com/office/drawing/2014/main" id="{26A7B7E2-C142-8903-CE42-05D4117F3A8C}"/>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89" name="Rectangle 788">
                  <a:extLst>
                    <a:ext uri="{FF2B5EF4-FFF2-40B4-BE49-F238E27FC236}">
                      <a16:creationId xmlns:a16="http://schemas.microsoft.com/office/drawing/2014/main" id="{150A28F0-3248-CE56-42CC-E19F681BA48B}"/>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90" name="Rectangle 789">
                  <a:extLst>
                    <a:ext uri="{FF2B5EF4-FFF2-40B4-BE49-F238E27FC236}">
                      <a16:creationId xmlns:a16="http://schemas.microsoft.com/office/drawing/2014/main" id="{20E65D12-BECB-35C6-A268-D5386A39C922}"/>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91" name="Rectangle 790">
                  <a:extLst>
                    <a:ext uri="{FF2B5EF4-FFF2-40B4-BE49-F238E27FC236}">
                      <a16:creationId xmlns:a16="http://schemas.microsoft.com/office/drawing/2014/main" id="{F648DC09-385B-6EF8-4FF6-871E53EA5334}"/>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783" name="Rectangle 782">
                <a:extLst>
                  <a:ext uri="{FF2B5EF4-FFF2-40B4-BE49-F238E27FC236}">
                    <a16:creationId xmlns:a16="http://schemas.microsoft.com/office/drawing/2014/main" id="{F1B96857-1981-2EAD-65A4-6FEB9A1529B8}"/>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683" name="Group 682">
              <a:extLst>
                <a:ext uri="{FF2B5EF4-FFF2-40B4-BE49-F238E27FC236}">
                  <a16:creationId xmlns:a16="http://schemas.microsoft.com/office/drawing/2014/main" id="{38290A3E-496F-99B7-3F3C-BD20EB4827C4}"/>
                </a:ext>
              </a:extLst>
            </p:cNvPr>
            <p:cNvGrpSpPr/>
            <p:nvPr/>
          </p:nvGrpSpPr>
          <p:grpSpPr>
            <a:xfrm>
              <a:off x="3517885" y="4521299"/>
              <a:ext cx="127321" cy="1077753"/>
              <a:chOff x="2518180" y="4645556"/>
              <a:chExt cx="127321" cy="1077753"/>
            </a:xfrm>
          </p:grpSpPr>
          <p:grpSp>
            <p:nvGrpSpPr>
              <p:cNvPr id="772" name="Group 771">
                <a:extLst>
                  <a:ext uri="{FF2B5EF4-FFF2-40B4-BE49-F238E27FC236}">
                    <a16:creationId xmlns:a16="http://schemas.microsoft.com/office/drawing/2014/main" id="{D4B69F60-2E18-4826-5353-87BCF438CDB2}"/>
                  </a:ext>
                </a:extLst>
              </p:cNvPr>
              <p:cNvGrpSpPr/>
              <p:nvPr/>
            </p:nvGrpSpPr>
            <p:grpSpPr>
              <a:xfrm rot="5400000">
                <a:off x="2101721" y="5062017"/>
                <a:ext cx="960242" cy="127319"/>
                <a:chOff x="2389719" y="3429000"/>
                <a:chExt cx="1701376" cy="225587"/>
              </a:xfrm>
            </p:grpSpPr>
            <p:sp>
              <p:nvSpPr>
                <p:cNvPr id="774" name="Rectangle 773">
                  <a:extLst>
                    <a:ext uri="{FF2B5EF4-FFF2-40B4-BE49-F238E27FC236}">
                      <a16:creationId xmlns:a16="http://schemas.microsoft.com/office/drawing/2014/main" id="{8A3299C8-FD2C-303A-6D87-F3F46AA32614}"/>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75" name="Rectangle 774">
                  <a:extLst>
                    <a:ext uri="{FF2B5EF4-FFF2-40B4-BE49-F238E27FC236}">
                      <a16:creationId xmlns:a16="http://schemas.microsoft.com/office/drawing/2014/main" id="{4A2397F3-B653-2773-2D4A-B06996199406}"/>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76" name="Rectangle 775">
                  <a:extLst>
                    <a:ext uri="{FF2B5EF4-FFF2-40B4-BE49-F238E27FC236}">
                      <a16:creationId xmlns:a16="http://schemas.microsoft.com/office/drawing/2014/main" id="{9CAD7396-393F-D68F-42BC-1A67D8889264}"/>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77" name="Rectangle 776">
                  <a:extLst>
                    <a:ext uri="{FF2B5EF4-FFF2-40B4-BE49-F238E27FC236}">
                      <a16:creationId xmlns:a16="http://schemas.microsoft.com/office/drawing/2014/main" id="{FCCBDE88-327D-6BD2-0E64-94F7C0B4F320}"/>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78" name="Rectangle 777">
                  <a:extLst>
                    <a:ext uri="{FF2B5EF4-FFF2-40B4-BE49-F238E27FC236}">
                      <a16:creationId xmlns:a16="http://schemas.microsoft.com/office/drawing/2014/main" id="{DA43B380-3C1F-8B75-037C-2B6B8CE8B89E}"/>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79" name="Rectangle 778">
                  <a:extLst>
                    <a:ext uri="{FF2B5EF4-FFF2-40B4-BE49-F238E27FC236}">
                      <a16:creationId xmlns:a16="http://schemas.microsoft.com/office/drawing/2014/main" id="{68D84F1E-075C-6D82-C5F8-7EFC3F5BF9D5}"/>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80" name="Rectangle 779">
                  <a:extLst>
                    <a:ext uri="{FF2B5EF4-FFF2-40B4-BE49-F238E27FC236}">
                      <a16:creationId xmlns:a16="http://schemas.microsoft.com/office/drawing/2014/main" id="{86D174D9-42EF-1C75-95BB-C68F91F28D2F}"/>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81" name="Rectangle 780">
                  <a:extLst>
                    <a:ext uri="{FF2B5EF4-FFF2-40B4-BE49-F238E27FC236}">
                      <a16:creationId xmlns:a16="http://schemas.microsoft.com/office/drawing/2014/main" id="{0A93BC32-F1AE-DA00-2E89-C1740D6300F8}"/>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773" name="Rectangle 772">
                <a:extLst>
                  <a:ext uri="{FF2B5EF4-FFF2-40B4-BE49-F238E27FC236}">
                    <a16:creationId xmlns:a16="http://schemas.microsoft.com/office/drawing/2014/main" id="{52A784A8-255D-E52C-2F80-57252B3CFF00}"/>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684" name="Group 683">
              <a:extLst>
                <a:ext uri="{FF2B5EF4-FFF2-40B4-BE49-F238E27FC236}">
                  <a16:creationId xmlns:a16="http://schemas.microsoft.com/office/drawing/2014/main" id="{F5DA7F9D-A012-BDF7-9410-1A4A12C70BBD}"/>
                </a:ext>
              </a:extLst>
            </p:cNvPr>
            <p:cNvGrpSpPr/>
            <p:nvPr/>
          </p:nvGrpSpPr>
          <p:grpSpPr>
            <a:xfrm>
              <a:off x="3645048" y="4521300"/>
              <a:ext cx="127321" cy="1077753"/>
              <a:chOff x="2518180" y="4645556"/>
              <a:chExt cx="127321" cy="1077753"/>
            </a:xfrm>
          </p:grpSpPr>
          <p:grpSp>
            <p:nvGrpSpPr>
              <p:cNvPr id="762" name="Group 761">
                <a:extLst>
                  <a:ext uri="{FF2B5EF4-FFF2-40B4-BE49-F238E27FC236}">
                    <a16:creationId xmlns:a16="http://schemas.microsoft.com/office/drawing/2014/main" id="{500E309F-7ABA-0200-E471-A4947DEC063E}"/>
                  </a:ext>
                </a:extLst>
              </p:cNvPr>
              <p:cNvGrpSpPr/>
              <p:nvPr/>
            </p:nvGrpSpPr>
            <p:grpSpPr>
              <a:xfrm rot="5400000">
                <a:off x="2101721" y="5062017"/>
                <a:ext cx="960242" cy="127319"/>
                <a:chOff x="2389719" y="3429000"/>
                <a:chExt cx="1701376" cy="225587"/>
              </a:xfrm>
            </p:grpSpPr>
            <p:sp>
              <p:nvSpPr>
                <p:cNvPr id="764" name="Rectangle 763">
                  <a:extLst>
                    <a:ext uri="{FF2B5EF4-FFF2-40B4-BE49-F238E27FC236}">
                      <a16:creationId xmlns:a16="http://schemas.microsoft.com/office/drawing/2014/main" id="{52FE3944-A4F6-4C66-1972-3AC45ABB6BF3}"/>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65" name="Rectangle 764">
                  <a:extLst>
                    <a:ext uri="{FF2B5EF4-FFF2-40B4-BE49-F238E27FC236}">
                      <a16:creationId xmlns:a16="http://schemas.microsoft.com/office/drawing/2014/main" id="{FF6C44A9-F6DF-619C-50D1-074824AD7850}"/>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66" name="Rectangle 765">
                  <a:extLst>
                    <a:ext uri="{FF2B5EF4-FFF2-40B4-BE49-F238E27FC236}">
                      <a16:creationId xmlns:a16="http://schemas.microsoft.com/office/drawing/2014/main" id="{FFDB5348-BBC5-375D-D6A1-E947D51A6EB5}"/>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67" name="Rectangle 766">
                  <a:extLst>
                    <a:ext uri="{FF2B5EF4-FFF2-40B4-BE49-F238E27FC236}">
                      <a16:creationId xmlns:a16="http://schemas.microsoft.com/office/drawing/2014/main" id="{0C830B24-3B9F-610E-A5B0-C259C64E62FF}"/>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68" name="Rectangle 767">
                  <a:extLst>
                    <a:ext uri="{FF2B5EF4-FFF2-40B4-BE49-F238E27FC236}">
                      <a16:creationId xmlns:a16="http://schemas.microsoft.com/office/drawing/2014/main" id="{910DA036-468A-1EB0-6D9C-F444577F9747}"/>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69" name="Rectangle 768">
                  <a:extLst>
                    <a:ext uri="{FF2B5EF4-FFF2-40B4-BE49-F238E27FC236}">
                      <a16:creationId xmlns:a16="http://schemas.microsoft.com/office/drawing/2014/main" id="{DC9FE947-4BDE-57DA-36D9-60B299CD82EF}"/>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70" name="Rectangle 769">
                  <a:extLst>
                    <a:ext uri="{FF2B5EF4-FFF2-40B4-BE49-F238E27FC236}">
                      <a16:creationId xmlns:a16="http://schemas.microsoft.com/office/drawing/2014/main" id="{232FD859-EB36-04E1-AAB1-8F0818DA123A}"/>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71" name="Rectangle 770">
                  <a:extLst>
                    <a:ext uri="{FF2B5EF4-FFF2-40B4-BE49-F238E27FC236}">
                      <a16:creationId xmlns:a16="http://schemas.microsoft.com/office/drawing/2014/main" id="{3D129EC9-5601-A2A2-76A6-8ED23BC2326A}"/>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763" name="Rectangle 762">
                <a:extLst>
                  <a:ext uri="{FF2B5EF4-FFF2-40B4-BE49-F238E27FC236}">
                    <a16:creationId xmlns:a16="http://schemas.microsoft.com/office/drawing/2014/main" id="{1B496746-5A54-E99E-A12A-A57D1DB439DA}"/>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685" name="Group 684">
              <a:extLst>
                <a:ext uri="{FF2B5EF4-FFF2-40B4-BE49-F238E27FC236}">
                  <a16:creationId xmlns:a16="http://schemas.microsoft.com/office/drawing/2014/main" id="{6566B07A-DA90-F9CA-1654-25C4EE224644}"/>
                </a:ext>
              </a:extLst>
            </p:cNvPr>
            <p:cNvGrpSpPr/>
            <p:nvPr/>
          </p:nvGrpSpPr>
          <p:grpSpPr>
            <a:xfrm>
              <a:off x="3770298" y="4521299"/>
              <a:ext cx="127321" cy="1077753"/>
              <a:chOff x="2518180" y="4645556"/>
              <a:chExt cx="127321" cy="1077753"/>
            </a:xfrm>
          </p:grpSpPr>
          <p:grpSp>
            <p:nvGrpSpPr>
              <p:cNvPr id="752" name="Group 751">
                <a:extLst>
                  <a:ext uri="{FF2B5EF4-FFF2-40B4-BE49-F238E27FC236}">
                    <a16:creationId xmlns:a16="http://schemas.microsoft.com/office/drawing/2014/main" id="{B3EC4E39-3A5D-04C1-2228-EAF86DF6466F}"/>
                  </a:ext>
                </a:extLst>
              </p:cNvPr>
              <p:cNvGrpSpPr/>
              <p:nvPr/>
            </p:nvGrpSpPr>
            <p:grpSpPr>
              <a:xfrm rot="5400000">
                <a:off x="2101721" y="5062017"/>
                <a:ext cx="960242" cy="127319"/>
                <a:chOff x="2389719" y="3429000"/>
                <a:chExt cx="1701376" cy="225587"/>
              </a:xfrm>
            </p:grpSpPr>
            <p:sp>
              <p:nvSpPr>
                <p:cNvPr id="754" name="Rectangle 753">
                  <a:extLst>
                    <a:ext uri="{FF2B5EF4-FFF2-40B4-BE49-F238E27FC236}">
                      <a16:creationId xmlns:a16="http://schemas.microsoft.com/office/drawing/2014/main" id="{BD99B209-3A95-C1E4-5EE9-609B8270C452}"/>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55" name="Rectangle 754">
                  <a:extLst>
                    <a:ext uri="{FF2B5EF4-FFF2-40B4-BE49-F238E27FC236}">
                      <a16:creationId xmlns:a16="http://schemas.microsoft.com/office/drawing/2014/main" id="{867D2A8E-19BC-04A2-84AE-1FB33DD9ECFF}"/>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56" name="Rectangle 755">
                  <a:extLst>
                    <a:ext uri="{FF2B5EF4-FFF2-40B4-BE49-F238E27FC236}">
                      <a16:creationId xmlns:a16="http://schemas.microsoft.com/office/drawing/2014/main" id="{40B0B555-3E9C-C788-2738-3AA20E038EEA}"/>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57" name="Rectangle 756">
                  <a:extLst>
                    <a:ext uri="{FF2B5EF4-FFF2-40B4-BE49-F238E27FC236}">
                      <a16:creationId xmlns:a16="http://schemas.microsoft.com/office/drawing/2014/main" id="{037BD84E-6918-69DA-E345-FEB47E447E77}"/>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58" name="Rectangle 757">
                  <a:extLst>
                    <a:ext uri="{FF2B5EF4-FFF2-40B4-BE49-F238E27FC236}">
                      <a16:creationId xmlns:a16="http://schemas.microsoft.com/office/drawing/2014/main" id="{C4028D30-D16F-7760-BA4B-7D59DB1080A8}"/>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59" name="Rectangle 758">
                  <a:extLst>
                    <a:ext uri="{FF2B5EF4-FFF2-40B4-BE49-F238E27FC236}">
                      <a16:creationId xmlns:a16="http://schemas.microsoft.com/office/drawing/2014/main" id="{76D3E348-E588-E7D8-C067-ACF15FA0CDAD}"/>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60" name="Rectangle 759">
                  <a:extLst>
                    <a:ext uri="{FF2B5EF4-FFF2-40B4-BE49-F238E27FC236}">
                      <a16:creationId xmlns:a16="http://schemas.microsoft.com/office/drawing/2014/main" id="{794A1347-4DC8-8578-DAF3-64FB86EF62D3}"/>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61" name="Rectangle 760">
                  <a:extLst>
                    <a:ext uri="{FF2B5EF4-FFF2-40B4-BE49-F238E27FC236}">
                      <a16:creationId xmlns:a16="http://schemas.microsoft.com/office/drawing/2014/main" id="{396C0AAC-380E-BAB6-162D-4668A106BA9B}"/>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753" name="Rectangle 752">
                <a:extLst>
                  <a:ext uri="{FF2B5EF4-FFF2-40B4-BE49-F238E27FC236}">
                    <a16:creationId xmlns:a16="http://schemas.microsoft.com/office/drawing/2014/main" id="{DB490D03-5C6A-A239-0B09-65B196615FBD}"/>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686" name="Group 685">
              <a:extLst>
                <a:ext uri="{FF2B5EF4-FFF2-40B4-BE49-F238E27FC236}">
                  <a16:creationId xmlns:a16="http://schemas.microsoft.com/office/drawing/2014/main" id="{2B37CEB1-BA56-4874-E393-C2BDF785ED63}"/>
                </a:ext>
              </a:extLst>
            </p:cNvPr>
            <p:cNvGrpSpPr/>
            <p:nvPr/>
          </p:nvGrpSpPr>
          <p:grpSpPr>
            <a:xfrm>
              <a:off x="3901875" y="4521300"/>
              <a:ext cx="127321" cy="1077753"/>
              <a:chOff x="2518180" y="4645556"/>
              <a:chExt cx="127321" cy="1077753"/>
            </a:xfrm>
          </p:grpSpPr>
          <p:grpSp>
            <p:nvGrpSpPr>
              <p:cNvPr id="742" name="Group 741">
                <a:extLst>
                  <a:ext uri="{FF2B5EF4-FFF2-40B4-BE49-F238E27FC236}">
                    <a16:creationId xmlns:a16="http://schemas.microsoft.com/office/drawing/2014/main" id="{64A713EE-D3FB-4B97-D036-FEA3D291537D}"/>
                  </a:ext>
                </a:extLst>
              </p:cNvPr>
              <p:cNvGrpSpPr/>
              <p:nvPr/>
            </p:nvGrpSpPr>
            <p:grpSpPr>
              <a:xfrm rot="5400000">
                <a:off x="2101721" y="5062017"/>
                <a:ext cx="960242" cy="127319"/>
                <a:chOff x="2389719" y="3429000"/>
                <a:chExt cx="1701376" cy="225587"/>
              </a:xfrm>
            </p:grpSpPr>
            <p:sp>
              <p:nvSpPr>
                <p:cNvPr id="744" name="Rectangle 743">
                  <a:extLst>
                    <a:ext uri="{FF2B5EF4-FFF2-40B4-BE49-F238E27FC236}">
                      <a16:creationId xmlns:a16="http://schemas.microsoft.com/office/drawing/2014/main" id="{7B22B937-F2F3-C554-1372-73900F3C7693}"/>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45" name="Rectangle 744">
                  <a:extLst>
                    <a:ext uri="{FF2B5EF4-FFF2-40B4-BE49-F238E27FC236}">
                      <a16:creationId xmlns:a16="http://schemas.microsoft.com/office/drawing/2014/main" id="{4A50F63A-7BD0-6921-94FF-9333614B0276}"/>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46" name="Rectangle 745">
                  <a:extLst>
                    <a:ext uri="{FF2B5EF4-FFF2-40B4-BE49-F238E27FC236}">
                      <a16:creationId xmlns:a16="http://schemas.microsoft.com/office/drawing/2014/main" id="{ED3656E0-3A23-33F1-5C16-7231B32184D4}"/>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47" name="Rectangle 746">
                  <a:extLst>
                    <a:ext uri="{FF2B5EF4-FFF2-40B4-BE49-F238E27FC236}">
                      <a16:creationId xmlns:a16="http://schemas.microsoft.com/office/drawing/2014/main" id="{E9A50D75-E53F-E859-9DA8-56A0E28325AA}"/>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48" name="Rectangle 747">
                  <a:extLst>
                    <a:ext uri="{FF2B5EF4-FFF2-40B4-BE49-F238E27FC236}">
                      <a16:creationId xmlns:a16="http://schemas.microsoft.com/office/drawing/2014/main" id="{EEC8B3EC-1238-3D8F-AB2C-09851120748C}"/>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49" name="Rectangle 748">
                  <a:extLst>
                    <a:ext uri="{FF2B5EF4-FFF2-40B4-BE49-F238E27FC236}">
                      <a16:creationId xmlns:a16="http://schemas.microsoft.com/office/drawing/2014/main" id="{EE58C8B1-0037-45D1-43EB-9B4EB354DB15}"/>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50" name="Rectangle 749">
                  <a:extLst>
                    <a:ext uri="{FF2B5EF4-FFF2-40B4-BE49-F238E27FC236}">
                      <a16:creationId xmlns:a16="http://schemas.microsoft.com/office/drawing/2014/main" id="{B173A95F-C56F-263A-7E10-73D18E994785}"/>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51" name="Rectangle 750">
                  <a:extLst>
                    <a:ext uri="{FF2B5EF4-FFF2-40B4-BE49-F238E27FC236}">
                      <a16:creationId xmlns:a16="http://schemas.microsoft.com/office/drawing/2014/main" id="{841DD7E9-38CA-BA67-32D8-EA220D2DB416}"/>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743" name="Rectangle 742">
                <a:extLst>
                  <a:ext uri="{FF2B5EF4-FFF2-40B4-BE49-F238E27FC236}">
                    <a16:creationId xmlns:a16="http://schemas.microsoft.com/office/drawing/2014/main" id="{3D7453C0-0A84-AD0C-1B59-055C9088203B}"/>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687" name="Group 686">
              <a:extLst>
                <a:ext uri="{FF2B5EF4-FFF2-40B4-BE49-F238E27FC236}">
                  <a16:creationId xmlns:a16="http://schemas.microsoft.com/office/drawing/2014/main" id="{618F39E6-7143-310E-F7EA-E30F148A3D7E}"/>
                </a:ext>
              </a:extLst>
            </p:cNvPr>
            <p:cNvGrpSpPr/>
            <p:nvPr/>
          </p:nvGrpSpPr>
          <p:grpSpPr>
            <a:xfrm>
              <a:off x="4027125" y="4521299"/>
              <a:ext cx="127321" cy="1077753"/>
              <a:chOff x="2518180" y="4645556"/>
              <a:chExt cx="127321" cy="1077753"/>
            </a:xfrm>
          </p:grpSpPr>
          <p:grpSp>
            <p:nvGrpSpPr>
              <p:cNvPr id="732" name="Group 731">
                <a:extLst>
                  <a:ext uri="{FF2B5EF4-FFF2-40B4-BE49-F238E27FC236}">
                    <a16:creationId xmlns:a16="http://schemas.microsoft.com/office/drawing/2014/main" id="{D01A612A-387E-112A-9B53-BC06E8CA7E59}"/>
                  </a:ext>
                </a:extLst>
              </p:cNvPr>
              <p:cNvGrpSpPr/>
              <p:nvPr/>
            </p:nvGrpSpPr>
            <p:grpSpPr>
              <a:xfrm rot="5400000">
                <a:off x="2101721" y="5062017"/>
                <a:ext cx="960242" cy="127319"/>
                <a:chOff x="2389719" y="3429000"/>
                <a:chExt cx="1701376" cy="225587"/>
              </a:xfrm>
            </p:grpSpPr>
            <p:sp>
              <p:nvSpPr>
                <p:cNvPr id="734" name="Rectangle 733">
                  <a:extLst>
                    <a:ext uri="{FF2B5EF4-FFF2-40B4-BE49-F238E27FC236}">
                      <a16:creationId xmlns:a16="http://schemas.microsoft.com/office/drawing/2014/main" id="{94AF8D47-F69A-3755-F217-48F1DF04C16C}"/>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35" name="Rectangle 734">
                  <a:extLst>
                    <a:ext uri="{FF2B5EF4-FFF2-40B4-BE49-F238E27FC236}">
                      <a16:creationId xmlns:a16="http://schemas.microsoft.com/office/drawing/2014/main" id="{E87E9054-3612-23BC-3B3C-6DE0E1D9A9C0}"/>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36" name="Rectangle 735">
                  <a:extLst>
                    <a:ext uri="{FF2B5EF4-FFF2-40B4-BE49-F238E27FC236}">
                      <a16:creationId xmlns:a16="http://schemas.microsoft.com/office/drawing/2014/main" id="{A8D35076-2798-21B0-3472-BF07CBB45C7A}"/>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37" name="Rectangle 736">
                  <a:extLst>
                    <a:ext uri="{FF2B5EF4-FFF2-40B4-BE49-F238E27FC236}">
                      <a16:creationId xmlns:a16="http://schemas.microsoft.com/office/drawing/2014/main" id="{E8547598-F56B-DE51-FC39-00652FABA150}"/>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38" name="Rectangle 737">
                  <a:extLst>
                    <a:ext uri="{FF2B5EF4-FFF2-40B4-BE49-F238E27FC236}">
                      <a16:creationId xmlns:a16="http://schemas.microsoft.com/office/drawing/2014/main" id="{AFF8859D-AABE-2824-6B08-92C59CD24BE8}"/>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39" name="Rectangle 738">
                  <a:extLst>
                    <a:ext uri="{FF2B5EF4-FFF2-40B4-BE49-F238E27FC236}">
                      <a16:creationId xmlns:a16="http://schemas.microsoft.com/office/drawing/2014/main" id="{C7204586-D2C9-1D60-EF41-1C7522560075}"/>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40" name="Rectangle 739">
                  <a:extLst>
                    <a:ext uri="{FF2B5EF4-FFF2-40B4-BE49-F238E27FC236}">
                      <a16:creationId xmlns:a16="http://schemas.microsoft.com/office/drawing/2014/main" id="{674B6F32-2D5D-4143-8F96-3E1DD411034C}"/>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41" name="Rectangle 740">
                  <a:extLst>
                    <a:ext uri="{FF2B5EF4-FFF2-40B4-BE49-F238E27FC236}">
                      <a16:creationId xmlns:a16="http://schemas.microsoft.com/office/drawing/2014/main" id="{1DC719E9-A858-A5E2-ABC7-E4BC4152A9A6}"/>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733" name="Rectangle 732">
                <a:extLst>
                  <a:ext uri="{FF2B5EF4-FFF2-40B4-BE49-F238E27FC236}">
                    <a16:creationId xmlns:a16="http://schemas.microsoft.com/office/drawing/2014/main" id="{48736AFF-F43D-85C8-AB86-0B0F12AFC6AB}"/>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688" name="Group 687">
              <a:extLst>
                <a:ext uri="{FF2B5EF4-FFF2-40B4-BE49-F238E27FC236}">
                  <a16:creationId xmlns:a16="http://schemas.microsoft.com/office/drawing/2014/main" id="{29F21471-D279-B7A1-B63A-1150D305AE04}"/>
                </a:ext>
              </a:extLst>
            </p:cNvPr>
            <p:cNvGrpSpPr/>
            <p:nvPr/>
          </p:nvGrpSpPr>
          <p:grpSpPr>
            <a:xfrm>
              <a:off x="4154288" y="4521300"/>
              <a:ext cx="127321" cy="1077753"/>
              <a:chOff x="2518180" y="4645556"/>
              <a:chExt cx="127321" cy="1077753"/>
            </a:xfrm>
          </p:grpSpPr>
          <p:grpSp>
            <p:nvGrpSpPr>
              <p:cNvPr id="722" name="Group 721">
                <a:extLst>
                  <a:ext uri="{FF2B5EF4-FFF2-40B4-BE49-F238E27FC236}">
                    <a16:creationId xmlns:a16="http://schemas.microsoft.com/office/drawing/2014/main" id="{1957A15B-E35F-C131-0CB9-245C476D56BA}"/>
                  </a:ext>
                </a:extLst>
              </p:cNvPr>
              <p:cNvGrpSpPr/>
              <p:nvPr/>
            </p:nvGrpSpPr>
            <p:grpSpPr>
              <a:xfrm rot="5400000">
                <a:off x="2101721" y="5062017"/>
                <a:ext cx="960242" cy="127319"/>
                <a:chOff x="2389719" y="3429000"/>
                <a:chExt cx="1701376" cy="225587"/>
              </a:xfrm>
            </p:grpSpPr>
            <p:sp>
              <p:nvSpPr>
                <p:cNvPr id="724" name="Rectangle 723">
                  <a:extLst>
                    <a:ext uri="{FF2B5EF4-FFF2-40B4-BE49-F238E27FC236}">
                      <a16:creationId xmlns:a16="http://schemas.microsoft.com/office/drawing/2014/main" id="{77F01532-9A68-94C0-D4FD-84E916C21F56}"/>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25" name="Rectangle 724">
                  <a:extLst>
                    <a:ext uri="{FF2B5EF4-FFF2-40B4-BE49-F238E27FC236}">
                      <a16:creationId xmlns:a16="http://schemas.microsoft.com/office/drawing/2014/main" id="{6CF5E112-039D-167E-B00B-0755AF823B3A}"/>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26" name="Rectangle 725">
                  <a:extLst>
                    <a:ext uri="{FF2B5EF4-FFF2-40B4-BE49-F238E27FC236}">
                      <a16:creationId xmlns:a16="http://schemas.microsoft.com/office/drawing/2014/main" id="{E52B4409-7785-2D30-D9FB-9E4C18842BF1}"/>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27" name="Rectangle 726">
                  <a:extLst>
                    <a:ext uri="{FF2B5EF4-FFF2-40B4-BE49-F238E27FC236}">
                      <a16:creationId xmlns:a16="http://schemas.microsoft.com/office/drawing/2014/main" id="{F0CA9458-986D-35F1-AF66-FBE0421DED5B}"/>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28" name="Rectangle 727">
                  <a:extLst>
                    <a:ext uri="{FF2B5EF4-FFF2-40B4-BE49-F238E27FC236}">
                      <a16:creationId xmlns:a16="http://schemas.microsoft.com/office/drawing/2014/main" id="{023F544D-AB0E-19FF-2E5F-9FA9A4C96BDE}"/>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29" name="Rectangle 728">
                  <a:extLst>
                    <a:ext uri="{FF2B5EF4-FFF2-40B4-BE49-F238E27FC236}">
                      <a16:creationId xmlns:a16="http://schemas.microsoft.com/office/drawing/2014/main" id="{580F9FE7-E2CB-8385-8B75-B30DC91043CC}"/>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30" name="Rectangle 729">
                  <a:extLst>
                    <a:ext uri="{FF2B5EF4-FFF2-40B4-BE49-F238E27FC236}">
                      <a16:creationId xmlns:a16="http://schemas.microsoft.com/office/drawing/2014/main" id="{E3F635DF-45B6-F0EC-25C0-1D05C6992215}"/>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31" name="Rectangle 730">
                  <a:extLst>
                    <a:ext uri="{FF2B5EF4-FFF2-40B4-BE49-F238E27FC236}">
                      <a16:creationId xmlns:a16="http://schemas.microsoft.com/office/drawing/2014/main" id="{5C21E79E-244E-3948-47F3-4C3B71089DE2}"/>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723" name="Rectangle 722">
                <a:extLst>
                  <a:ext uri="{FF2B5EF4-FFF2-40B4-BE49-F238E27FC236}">
                    <a16:creationId xmlns:a16="http://schemas.microsoft.com/office/drawing/2014/main" id="{65F01C33-CF92-97BB-4F4F-C6E561C3E403}"/>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689" name="Group 688">
              <a:extLst>
                <a:ext uri="{FF2B5EF4-FFF2-40B4-BE49-F238E27FC236}">
                  <a16:creationId xmlns:a16="http://schemas.microsoft.com/office/drawing/2014/main" id="{D81928B9-4061-B592-896D-01D44251C087}"/>
                </a:ext>
              </a:extLst>
            </p:cNvPr>
            <p:cNvGrpSpPr/>
            <p:nvPr/>
          </p:nvGrpSpPr>
          <p:grpSpPr>
            <a:xfrm>
              <a:off x="4279538" y="4521299"/>
              <a:ext cx="127321" cy="1077753"/>
              <a:chOff x="2518180" y="4645556"/>
              <a:chExt cx="127321" cy="1077753"/>
            </a:xfrm>
          </p:grpSpPr>
          <p:grpSp>
            <p:nvGrpSpPr>
              <p:cNvPr id="712" name="Group 711">
                <a:extLst>
                  <a:ext uri="{FF2B5EF4-FFF2-40B4-BE49-F238E27FC236}">
                    <a16:creationId xmlns:a16="http://schemas.microsoft.com/office/drawing/2014/main" id="{95F3976E-8E8C-A537-71D2-37E78A189F45}"/>
                  </a:ext>
                </a:extLst>
              </p:cNvPr>
              <p:cNvGrpSpPr/>
              <p:nvPr/>
            </p:nvGrpSpPr>
            <p:grpSpPr>
              <a:xfrm rot="5400000">
                <a:off x="2101721" y="5062017"/>
                <a:ext cx="960242" cy="127319"/>
                <a:chOff x="2389719" y="3429000"/>
                <a:chExt cx="1701376" cy="225587"/>
              </a:xfrm>
            </p:grpSpPr>
            <p:sp>
              <p:nvSpPr>
                <p:cNvPr id="714" name="Rectangle 713">
                  <a:extLst>
                    <a:ext uri="{FF2B5EF4-FFF2-40B4-BE49-F238E27FC236}">
                      <a16:creationId xmlns:a16="http://schemas.microsoft.com/office/drawing/2014/main" id="{6E17ABA2-31AD-9069-E493-5A1160A23BBF}"/>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15" name="Rectangle 714">
                  <a:extLst>
                    <a:ext uri="{FF2B5EF4-FFF2-40B4-BE49-F238E27FC236}">
                      <a16:creationId xmlns:a16="http://schemas.microsoft.com/office/drawing/2014/main" id="{AFE4FC4E-1CBC-E196-DAB9-58A44F9CCF52}"/>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16" name="Rectangle 715">
                  <a:extLst>
                    <a:ext uri="{FF2B5EF4-FFF2-40B4-BE49-F238E27FC236}">
                      <a16:creationId xmlns:a16="http://schemas.microsoft.com/office/drawing/2014/main" id="{CE5F183B-56A6-71B6-1E0D-C6E3050EA622}"/>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17" name="Rectangle 716">
                  <a:extLst>
                    <a:ext uri="{FF2B5EF4-FFF2-40B4-BE49-F238E27FC236}">
                      <a16:creationId xmlns:a16="http://schemas.microsoft.com/office/drawing/2014/main" id="{BB0B73EA-A961-C762-AE83-B6CB5B6DFC86}"/>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18" name="Rectangle 717">
                  <a:extLst>
                    <a:ext uri="{FF2B5EF4-FFF2-40B4-BE49-F238E27FC236}">
                      <a16:creationId xmlns:a16="http://schemas.microsoft.com/office/drawing/2014/main" id="{9DC48592-77F4-7CFE-571C-173439F26B1A}"/>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19" name="Rectangle 718">
                  <a:extLst>
                    <a:ext uri="{FF2B5EF4-FFF2-40B4-BE49-F238E27FC236}">
                      <a16:creationId xmlns:a16="http://schemas.microsoft.com/office/drawing/2014/main" id="{8639BB7B-D21A-F22B-327B-F7799A54C946}"/>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20" name="Rectangle 719">
                  <a:extLst>
                    <a:ext uri="{FF2B5EF4-FFF2-40B4-BE49-F238E27FC236}">
                      <a16:creationId xmlns:a16="http://schemas.microsoft.com/office/drawing/2014/main" id="{E8A6F721-959C-6C7D-E74A-84888C081581}"/>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21" name="Rectangle 720">
                  <a:extLst>
                    <a:ext uri="{FF2B5EF4-FFF2-40B4-BE49-F238E27FC236}">
                      <a16:creationId xmlns:a16="http://schemas.microsoft.com/office/drawing/2014/main" id="{62B536C0-F3F7-BC71-77AE-8BD0CDF96995}"/>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713" name="Rectangle 712">
                <a:extLst>
                  <a:ext uri="{FF2B5EF4-FFF2-40B4-BE49-F238E27FC236}">
                    <a16:creationId xmlns:a16="http://schemas.microsoft.com/office/drawing/2014/main" id="{371EB2A2-870D-D22D-DAF2-40B59A207240}"/>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690" name="Group 689">
              <a:extLst>
                <a:ext uri="{FF2B5EF4-FFF2-40B4-BE49-F238E27FC236}">
                  <a16:creationId xmlns:a16="http://schemas.microsoft.com/office/drawing/2014/main" id="{68C0A211-5624-F610-E330-554C3E089040}"/>
                </a:ext>
              </a:extLst>
            </p:cNvPr>
            <p:cNvGrpSpPr/>
            <p:nvPr/>
          </p:nvGrpSpPr>
          <p:grpSpPr>
            <a:xfrm>
              <a:off x="4411549" y="4521300"/>
              <a:ext cx="127321" cy="1077753"/>
              <a:chOff x="2518180" y="4645556"/>
              <a:chExt cx="127321" cy="1077753"/>
            </a:xfrm>
          </p:grpSpPr>
          <p:grpSp>
            <p:nvGrpSpPr>
              <p:cNvPr id="702" name="Group 701">
                <a:extLst>
                  <a:ext uri="{FF2B5EF4-FFF2-40B4-BE49-F238E27FC236}">
                    <a16:creationId xmlns:a16="http://schemas.microsoft.com/office/drawing/2014/main" id="{36849226-DB04-6FE6-D678-03058E99CB42}"/>
                  </a:ext>
                </a:extLst>
              </p:cNvPr>
              <p:cNvGrpSpPr/>
              <p:nvPr/>
            </p:nvGrpSpPr>
            <p:grpSpPr>
              <a:xfrm rot="5400000">
                <a:off x="2101721" y="5062017"/>
                <a:ext cx="960242" cy="127319"/>
                <a:chOff x="2389719" y="3429000"/>
                <a:chExt cx="1701376" cy="225587"/>
              </a:xfrm>
            </p:grpSpPr>
            <p:sp>
              <p:nvSpPr>
                <p:cNvPr id="704" name="Rectangle 703">
                  <a:extLst>
                    <a:ext uri="{FF2B5EF4-FFF2-40B4-BE49-F238E27FC236}">
                      <a16:creationId xmlns:a16="http://schemas.microsoft.com/office/drawing/2014/main" id="{268F2276-4384-AFF1-AEF4-95C1CC64D30C}"/>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05" name="Rectangle 704">
                  <a:extLst>
                    <a:ext uri="{FF2B5EF4-FFF2-40B4-BE49-F238E27FC236}">
                      <a16:creationId xmlns:a16="http://schemas.microsoft.com/office/drawing/2014/main" id="{359C7BD6-DF8E-0A4B-0906-3F65706C8DEF}"/>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06" name="Rectangle 705">
                  <a:extLst>
                    <a:ext uri="{FF2B5EF4-FFF2-40B4-BE49-F238E27FC236}">
                      <a16:creationId xmlns:a16="http://schemas.microsoft.com/office/drawing/2014/main" id="{C322D7E9-8B95-BE40-0C2C-8A2254FDF81C}"/>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07" name="Rectangle 706">
                  <a:extLst>
                    <a:ext uri="{FF2B5EF4-FFF2-40B4-BE49-F238E27FC236}">
                      <a16:creationId xmlns:a16="http://schemas.microsoft.com/office/drawing/2014/main" id="{E1E5A988-5C26-FB26-35F8-10934B94A29A}"/>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08" name="Rectangle 707">
                  <a:extLst>
                    <a:ext uri="{FF2B5EF4-FFF2-40B4-BE49-F238E27FC236}">
                      <a16:creationId xmlns:a16="http://schemas.microsoft.com/office/drawing/2014/main" id="{92FBA78C-172E-F778-8403-ED5A451FC515}"/>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09" name="Rectangle 708">
                  <a:extLst>
                    <a:ext uri="{FF2B5EF4-FFF2-40B4-BE49-F238E27FC236}">
                      <a16:creationId xmlns:a16="http://schemas.microsoft.com/office/drawing/2014/main" id="{12F3786A-0F82-B64A-72B9-B3234C3B04FE}"/>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10" name="Rectangle 709">
                  <a:extLst>
                    <a:ext uri="{FF2B5EF4-FFF2-40B4-BE49-F238E27FC236}">
                      <a16:creationId xmlns:a16="http://schemas.microsoft.com/office/drawing/2014/main" id="{E10BB2C0-7C93-4FD8-E7B7-F7D66E831FE5}"/>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11" name="Rectangle 710">
                  <a:extLst>
                    <a:ext uri="{FF2B5EF4-FFF2-40B4-BE49-F238E27FC236}">
                      <a16:creationId xmlns:a16="http://schemas.microsoft.com/office/drawing/2014/main" id="{29910BF9-F22C-EDBF-5EAA-7E078EDAAE69}"/>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703" name="Rectangle 702">
                <a:extLst>
                  <a:ext uri="{FF2B5EF4-FFF2-40B4-BE49-F238E27FC236}">
                    <a16:creationId xmlns:a16="http://schemas.microsoft.com/office/drawing/2014/main" id="{8709F29A-B6C6-8926-754D-E4A71708418B}"/>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691" name="Group 690">
              <a:extLst>
                <a:ext uri="{FF2B5EF4-FFF2-40B4-BE49-F238E27FC236}">
                  <a16:creationId xmlns:a16="http://schemas.microsoft.com/office/drawing/2014/main" id="{DDE21874-E61A-E126-5687-0F48D45CBB3B}"/>
                </a:ext>
              </a:extLst>
            </p:cNvPr>
            <p:cNvGrpSpPr/>
            <p:nvPr/>
          </p:nvGrpSpPr>
          <p:grpSpPr>
            <a:xfrm>
              <a:off x="4536799" y="4521299"/>
              <a:ext cx="127321" cy="1077753"/>
              <a:chOff x="2518180" y="4645556"/>
              <a:chExt cx="127321" cy="1077753"/>
            </a:xfrm>
          </p:grpSpPr>
          <p:grpSp>
            <p:nvGrpSpPr>
              <p:cNvPr id="692" name="Group 691">
                <a:extLst>
                  <a:ext uri="{FF2B5EF4-FFF2-40B4-BE49-F238E27FC236}">
                    <a16:creationId xmlns:a16="http://schemas.microsoft.com/office/drawing/2014/main" id="{408DF922-8C9E-8C40-5891-89630BEBFEE5}"/>
                  </a:ext>
                </a:extLst>
              </p:cNvPr>
              <p:cNvGrpSpPr/>
              <p:nvPr/>
            </p:nvGrpSpPr>
            <p:grpSpPr>
              <a:xfrm rot="5400000">
                <a:off x="2101721" y="5062017"/>
                <a:ext cx="960242" cy="127319"/>
                <a:chOff x="2389719" y="3429000"/>
                <a:chExt cx="1701376" cy="225587"/>
              </a:xfrm>
            </p:grpSpPr>
            <p:sp>
              <p:nvSpPr>
                <p:cNvPr id="694" name="Rectangle 693">
                  <a:extLst>
                    <a:ext uri="{FF2B5EF4-FFF2-40B4-BE49-F238E27FC236}">
                      <a16:creationId xmlns:a16="http://schemas.microsoft.com/office/drawing/2014/main" id="{23C9F347-E324-7AB8-08EF-0671A190205F}"/>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95" name="Rectangle 694">
                  <a:extLst>
                    <a:ext uri="{FF2B5EF4-FFF2-40B4-BE49-F238E27FC236}">
                      <a16:creationId xmlns:a16="http://schemas.microsoft.com/office/drawing/2014/main" id="{021B371F-EF70-CC7E-932C-EF0158B9CCFC}"/>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96" name="Rectangle 695">
                  <a:extLst>
                    <a:ext uri="{FF2B5EF4-FFF2-40B4-BE49-F238E27FC236}">
                      <a16:creationId xmlns:a16="http://schemas.microsoft.com/office/drawing/2014/main" id="{E8DAF3C6-D520-6721-FE6D-F3E4F4BD0C12}"/>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97" name="Rectangle 696">
                  <a:extLst>
                    <a:ext uri="{FF2B5EF4-FFF2-40B4-BE49-F238E27FC236}">
                      <a16:creationId xmlns:a16="http://schemas.microsoft.com/office/drawing/2014/main" id="{0A5190D7-4FA2-373A-95A5-275EE72E7FDD}"/>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98" name="Rectangle 697">
                  <a:extLst>
                    <a:ext uri="{FF2B5EF4-FFF2-40B4-BE49-F238E27FC236}">
                      <a16:creationId xmlns:a16="http://schemas.microsoft.com/office/drawing/2014/main" id="{FCB9BF96-500B-DFA4-C7FA-5E2B1C68756A}"/>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99" name="Rectangle 698">
                  <a:extLst>
                    <a:ext uri="{FF2B5EF4-FFF2-40B4-BE49-F238E27FC236}">
                      <a16:creationId xmlns:a16="http://schemas.microsoft.com/office/drawing/2014/main" id="{09C688EE-9B44-7CF2-4B12-512D627A0A86}"/>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00" name="Rectangle 699">
                  <a:extLst>
                    <a:ext uri="{FF2B5EF4-FFF2-40B4-BE49-F238E27FC236}">
                      <a16:creationId xmlns:a16="http://schemas.microsoft.com/office/drawing/2014/main" id="{E8B92018-7ED2-D759-72AF-C1DB45520C15}"/>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01" name="Rectangle 700">
                  <a:extLst>
                    <a:ext uri="{FF2B5EF4-FFF2-40B4-BE49-F238E27FC236}">
                      <a16:creationId xmlns:a16="http://schemas.microsoft.com/office/drawing/2014/main" id="{0AEF3738-2CDB-6D5C-1C73-BE4C35F81173}"/>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693" name="Rectangle 692">
                <a:extLst>
                  <a:ext uri="{FF2B5EF4-FFF2-40B4-BE49-F238E27FC236}">
                    <a16:creationId xmlns:a16="http://schemas.microsoft.com/office/drawing/2014/main" id="{15B15473-1412-5B96-4C72-A90A9F243A2C}"/>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cxnSp>
        <p:nvCxnSpPr>
          <p:cNvPr id="793" name="Connector: Elbow 792">
            <a:extLst>
              <a:ext uri="{FF2B5EF4-FFF2-40B4-BE49-F238E27FC236}">
                <a16:creationId xmlns:a16="http://schemas.microsoft.com/office/drawing/2014/main" id="{24542C3C-A26C-2237-C1C9-226ED69A5FB0}"/>
              </a:ext>
            </a:extLst>
          </p:cNvPr>
          <p:cNvCxnSpPr>
            <a:cxnSpLocks/>
            <a:stCxn id="419" idx="0"/>
            <a:endCxn id="677" idx="2"/>
          </p:cNvCxnSpPr>
          <p:nvPr/>
        </p:nvCxnSpPr>
        <p:spPr>
          <a:xfrm>
            <a:off x="4918476" y="3521754"/>
            <a:ext cx="348273" cy="900226"/>
          </a:xfrm>
          <a:prstGeom prst="bentConnector3">
            <a:avLst>
              <a:gd name="adj1" fmla="val 50000"/>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794" name="Connector: Elbow 793">
            <a:extLst>
              <a:ext uri="{FF2B5EF4-FFF2-40B4-BE49-F238E27FC236}">
                <a16:creationId xmlns:a16="http://schemas.microsoft.com/office/drawing/2014/main" id="{C7BAA1F4-169B-9A0A-096D-BC000DD8FA2E}"/>
              </a:ext>
            </a:extLst>
          </p:cNvPr>
          <p:cNvCxnSpPr>
            <a:cxnSpLocks/>
            <a:stCxn id="397" idx="0"/>
            <a:endCxn id="677" idx="2"/>
          </p:cNvCxnSpPr>
          <p:nvPr/>
        </p:nvCxnSpPr>
        <p:spPr>
          <a:xfrm flipV="1">
            <a:off x="4025453" y="4421980"/>
            <a:ext cx="1241296" cy="613215"/>
          </a:xfrm>
          <a:prstGeom prst="bentConnector3">
            <a:avLst/>
          </a:prstGeom>
          <a:ln>
            <a:tailEnd type="triangle"/>
          </a:ln>
        </p:spPr>
        <p:style>
          <a:lnRef idx="1">
            <a:schemeClr val="accent2"/>
          </a:lnRef>
          <a:fillRef idx="0">
            <a:schemeClr val="accent2"/>
          </a:fillRef>
          <a:effectRef idx="0">
            <a:schemeClr val="accent2"/>
          </a:effectRef>
          <a:fontRef idx="minor">
            <a:schemeClr val="tx1"/>
          </a:fontRef>
        </p:style>
      </p:cxnSp>
      <p:sp>
        <p:nvSpPr>
          <p:cNvPr id="798" name="TextBox 797">
            <a:extLst>
              <a:ext uri="{FF2B5EF4-FFF2-40B4-BE49-F238E27FC236}">
                <a16:creationId xmlns:a16="http://schemas.microsoft.com/office/drawing/2014/main" id="{E5698BDA-C6D7-E22F-B5F3-421F0629CBCB}"/>
              </a:ext>
            </a:extLst>
          </p:cNvPr>
          <p:cNvSpPr txBox="1"/>
          <p:nvPr/>
        </p:nvSpPr>
        <p:spPr>
          <a:xfrm>
            <a:off x="5059560" y="3586400"/>
            <a:ext cx="1955985" cy="261610"/>
          </a:xfrm>
          <a:prstGeom prst="rect">
            <a:avLst/>
          </a:prstGeom>
          <a:noFill/>
        </p:spPr>
        <p:txBody>
          <a:bodyPr wrap="none" rtlCol="0">
            <a:spAutoFit/>
          </a:bodyPr>
          <a:lstStyle/>
          <a:p>
            <a:r>
              <a:rPr lang="en-US" sz="1100">
                <a:latin typeface="Arial" pitchFamily="34" charset="0"/>
                <a:cs typeface="Arial" pitchFamily="34" charset="0"/>
              </a:rPr>
              <a:t>Permute + Stack at channel</a:t>
            </a:r>
          </a:p>
        </p:txBody>
      </p:sp>
      <p:cxnSp>
        <p:nvCxnSpPr>
          <p:cNvPr id="799" name="Connector: Elbow 798">
            <a:extLst>
              <a:ext uri="{FF2B5EF4-FFF2-40B4-BE49-F238E27FC236}">
                <a16:creationId xmlns:a16="http://schemas.microsoft.com/office/drawing/2014/main" id="{647B4641-93C1-6865-E141-EE32E5ADC4F5}"/>
              </a:ext>
            </a:extLst>
          </p:cNvPr>
          <p:cNvCxnSpPr>
            <a:cxnSpLocks/>
            <a:stCxn id="698" idx="0"/>
          </p:cNvCxnSpPr>
          <p:nvPr/>
        </p:nvCxnSpPr>
        <p:spPr>
          <a:xfrm flipV="1">
            <a:off x="6610889" y="3921364"/>
            <a:ext cx="659220" cy="561888"/>
          </a:xfrm>
          <a:prstGeom prst="bentConnector3">
            <a:avLst>
              <a:gd name="adj1" fmla="val 50000"/>
            </a:avLst>
          </a:prstGeom>
          <a:ln>
            <a:tailEnd type="triangle"/>
          </a:ln>
        </p:spPr>
        <p:style>
          <a:lnRef idx="1">
            <a:schemeClr val="accent2"/>
          </a:lnRef>
          <a:fillRef idx="0">
            <a:schemeClr val="accent2"/>
          </a:fillRef>
          <a:effectRef idx="0">
            <a:schemeClr val="accent2"/>
          </a:effectRef>
          <a:fontRef idx="minor">
            <a:schemeClr val="tx1"/>
          </a:fontRef>
        </p:style>
      </p:cxnSp>
      <p:sp>
        <p:nvSpPr>
          <p:cNvPr id="803" name="TextBox 802">
            <a:extLst>
              <a:ext uri="{FF2B5EF4-FFF2-40B4-BE49-F238E27FC236}">
                <a16:creationId xmlns:a16="http://schemas.microsoft.com/office/drawing/2014/main" id="{6712A320-6BF5-389D-AE9D-6DD4964FDD7C}"/>
              </a:ext>
            </a:extLst>
          </p:cNvPr>
          <p:cNvSpPr txBox="1"/>
          <p:nvPr/>
        </p:nvSpPr>
        <p:spPr>
          <a:xfrm>
            <a:off x="3992260" y="2371800"/>
            <a:ext cx="2821606" cy="400110"/>
          </a:xfrm>
          <a:prstGeom prst="rect">
            <a:avLst/>
          </a:prstGeom>
          <a:noFill/>
        </p:spPr>
        <p:txBody>
          <a:bodyPr wrap="none" rtlCol="0">
            <a:spAutoFit/>
          </a:bodyPr>
          <a:lstStyle/>
          <a:p>
            <a:r>
              <a:rPr lang="en-US" sz="2000" b="1">
                <a:latin typeface="Arial" pitchFamily="34" charset="0"/>
                <a:cs typeface="Arial" pitchFamily="34" charset="0"/>
              </a:rPr>
              <a:t>Expand 1D data to 2D</a:t>
            </a:r>
          </a:p>
        </p:txBody>
      </p:sp>
      <p:sp>
        <p:nvSpPr>
          <p:cNvPr id="804" name="TextBox 803">
            <a:extLst>
              <a:ext uri="{FF2B5EF4-FFF2-40B4-BE49-F238E27FC236}">
                <a16:creationId xmlns:a16="http://schemas.microsoft.com/office/drawing/2014/main" id="{7D01FEF1-9D31-0AAD-7F6A-B020F481FE1D}"/>
              </a:ext>
            </a:extLst>
          </p:cNvPr>
          <p:cNvSpPr txBox="1"/>
          <p:nvPr/>
        </p:nvSpPr>
        <p:spPr>
          <a:xfrm>
            <a:off x="7307531" y="2364500"/>
            <a:ext cx="3370025" cy="400110"/>
          </a:xfrm>
          <a:prstGeom prst="rect">
            <a:avLst/>
          </a:prstGeom>
          <a:noFill/>
        </p:spPr>
        <p:txBody>
          <a:bodyPr wrap="none" rtlCol="0">
            <a:spAutoFit/>
          </a:bodyPr>
          <a:lstStyle/>
          <a:p>
            <a:r>
              <a:rPr lang="en-US" sz="2000" b="1">
                <a:latin typeface="Arial" pitchFamily="34" charset="0"/>
                <a:cs typeface="Arial" pitchFamily="34" charset="0"/>
              </a:rPr>
              <a:t>Generate Pattern Via </a:t>
            </a:r>
            <a:r>
              <a:rPr lang="en-US" sz="2000" b="1" err="1">
                <a:latin typeface="Arial" pitchFamily="34" charset="0"/>
                <a:cs typeface="Arial" pitchFamily="34" charset="0"/>
              </a:rPr>
              <a:t>UNet</a:t>
            </a:r>
            <a:endParaRPr lang="en-US" sz="2000" b="1">
              <a:latin typeface="Arial" pitchFamily="34" charset="0"/>
              <a:cs typeface="Arial" pitchFamily="34" charset="0"/>
            </a:endParaRPr>
          </a:p>
        </p:txBody>
      </p:sp>
      <p:cxnSp>
        <p:nvCxnSpPr>
          <p:cNvPr id="807" name="Connector: Elbow 806">
            <a:extLst>
              <a:ext uri="{FF2B5EF4-FFF2-40B4-BE49-F238E27FC236}">
                <a16:creationId xmlns:a16="http://schemas.microsoft.com/office/drawing/2014/main" id="{2676CB9C-5440-339C-78A5-7B3841E792E5}"/>
              </a:ext>
            </a:extLst>
          </p:cNvPr>
          <p:cNvCxnSpPr>
            <a:cxnSpLocks/>
          </p:cNvCxnSpPr>
          <p:nvPr/>
        </p:nvCxnSpPr>
        <p:spPr>
          <a:xfrm flipV="1">
            <a:off x="10112372" y="3789274"/>
            <a:ext cx="613323" cy="76834"/>
          </a:xfrm>
          <a:prstGeom prst="bentConnector3">
            <a:avLst>
              <a:gd name="adj1" fmla="val 50000"/>
            </a:avLst>
          </a:prstGeom>
          <a:ln>
            <a:tailEnd type="triangle"/>
          </a:ln>
        </p:spPr>
        <p:style>
          <a:lnRef idx="1">
            <a:schemeClr val="accent2"/>
          </a:lnRef>
          <a:fillRef idx="0">
            <a:schemeClr val="accent2"/>
          </a:fillRef>
          <a:effectRef idx="0">
            <a:schemeClr val="accent2"/>
          </a:effectRef>
          <a:fontRef idx="minor">
            <a:schemeClr val="tx1"/>
          </a:fontRef>
        </p:style>
      </p:cxnSp>
      <p:grpSp>
        <p:nvGrpSpPr>
          <p:cNvPr id="816" name="Group 815">
            <a:extLst>
              <a:ext uri="{FF2B5EF4-FFF2-40B4-BE49-F238E27FC236}">
                <a16:creationId xmlns:a16="http://schemas.microsoft.com/office/drawing/2014/main" id="{535CF2D5-3EE4-957C-7087-7558878CA578}"/>
              </a:ext>
            </a:extLst>
          </p:cNvPr>
          <p:cNvGrpSpPr/>
          <p:nvPr/>
        </p:nvGrpSpPr>
        <p:grpSpPr>
          <a:xfrm>
            <a:off x="10725695" y="3141168"/>
            <a:ext cx="1344219" cy="1296211"/>
            <a:chOff x="9764917" y="3073902"/>
            <a:chExt cx="2560320" cy="2468880"/>
          </a:xfrm>
        </p:grpSpPr>
        <p:pic>
          <p:nvPicPr>
            <p:cNvPr id="810" name="Graphic 809">
              <a:extLst>
                <a:ext uri="{FF2B5EF4-FFF2-40B4-BE49-F238E27FC236}">
                  <a16:creationId xmlns:a16="http://schemas.microsoft.com/office/drawing/2014/main" id="{B71F129D-C0B1-9F8B-34B2-4CBA97DC19E5}"/>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7"/>
                </a:ext>
              </a:extLst>
            </a:blip>
            <a:srcRect l="31471" t="18155" r="25677" b="26140"/>
            <a:stretch/>
          </p:blipFill>
          <p:spPr>
            <a:xfrm>
              <a:off x="9764917" y="3073902"/>
              <a:ext cx="2560320" cy="2468880"/>
            </a:xfrm>
            <a:prstGeom prst="rect">
              <a:avLst/>
            </a:prstGeom>
          </p:spPr>
        </p:pic>
        <p:sp>
          <p:nvSpPr>
            <p:cNvPr id="815" name="Rectangle 814">
              <a:extLst>
                <a:ext uri="{FF2B5EF4-FFF2-40B4-BE49-F238E27FC236}">
                  <a16:creationId xmlns:a16="http://schemas.microsoft.com/office/drawing/2014/main" id="{FE5F1DE6-B56A-C2B2-296A-6347C798A267}"/>
                </a:ext>
              </a:extLst>
            </p:cNvPr>
            <p:cNvSpPr/>
            <p:nvPr/>
          </p:nvSpPr>
          <p:spPr>
            <a:xfrm>
              <a:off x="9767135" y="3237331"/>
              <a:ext cx="375082" cy="74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6" name="Group 5">
            <a:extLst>
              <a:ext uri="{FF2B5EF4-FFF2-40B4-BE49-F238E27FC236}">
                <a16:creationId xmlns:a16="http://schemas.microsoft.com/office/drawing/2014/main" id="{0CFFE0C8-7CF1-A299-D6E2-23B28055F29F}"/>
              </a:ext>
            </a:extLst>
          </p:cNvPr>
          <p:cNvGrpSpPr/>
          <p:nvPr/>
        </p:nvGrpSpPr>
        <p:grpSpPr>
          <a:xfrm>
            <a:off x="3646993" y="2981617"/>
            <a:ext cx="1271483" cy="1077754"/>
            <a:chOff x="3646993" y="2981617"/>
            <a:chExt cx="1271483" cy="1077754"/>
          </a:xfrm>
        </p:grpSpPr>
        <p:grpSp>
          <p:nvGrpSpPr>
            <p:cNvPr id="402" name="Group 401">
              <a:extLst>
                <a:ext uri="{FF2B5EF4-FFF2-40B4-BE49-F238E27FC236}">
                  <a16:creationId xmlns:a16="http://schemas.microsoft.com/office/drawing/2014/main" id="{F335CD17-33F2-1E43-FDAA-5B1675BDDFDF}"/>
                </a:ext>
              </a:extLst>
            </p:cNvPr>
            <p:cNvGrpSpPr/>
            <p:nvPr/>
          </p:nvGrpSpPr>
          <p:grpSpPr>
            <a:xfrm>
              <a:off x="3646993" y="2981617"/>
              <a:ext cx="1271483" cy="1077754"/>
              <a:chOff x="3392635" y="4521299"/>
              <a:chExt cx="1271483" cy="1077754"/>
            </a:xfrm>
          </p:grpSpPr>
          <p:grpSp>
            <p:nvGrpSpPr>
              <p:cNvPr id="403" name="Group 402">
                <a:extLst>
                  <a:ext uri="{FF2B5EF4-FFF2-40B4-BE49-F238E27FC236}">
                    <a16:creationId xmlns:a16="http://schemas.microsoft.com/office/drawing/2014/main" id="{9A14DC4A-5B4B-DAF0-62CE-41D377CDCC74}"/>
                  </a:ext>
                </a:extLst>
              </p:cNvPr>
              <p:cNvGrpSpPr/>
              <p:nvPr/>
            </p:nvGrpSpPr>
            <p:grpSpPr>
              <a:xfrm>
                <a:off x="3392635" y="4521300"/>
                <a:ext cx="127321" cy="1077753"/>
                <a:chOff x="2518180" y="4645556"/>
                <a:chExt cx="127321" cy="1077753"/>
              </a:xfrm>
            </p:grpSpPr>
            <p:grpSp>
              <p:nvGrpSpPr>
                <p:cNvPr id="503" name="Group 502">
                  <a:extLst>
                    <a:ext uri="{FF2B5EF4-FFF2-40B4-BE49-F238E27FC236}">
                      <a16:creationId xmlns:a16="http://schemas.microsoft.com/office/drawing/2014/main" id="{0D54E932-320E-5193-791C-F40AC5C92947}"/>
                    </a:ext>
                  </a:extLst>
                </p:cNvPr>
                <p:cNvGrpSpPr/>
                <p:nvPr/>
              </p:nvGrpSpPr>
              <p:grpSpPr>
                <a:xfrm rot="5400000">
                  <a:off x="2101721" y="5062017"/>
                  <a:ext cx="960242" cy="127319"/>
                  <a:chOff x="2389719" y="3429000"/>
                  <a:chExt cx="1701376" cy="225587"/>
                </a:xfrm>
              </p:grpSpPr>
              <p:sp>
                <p:nvSpPr>
                  <p:cNvPr id="505" name="Rectangle 504">
                    <a:extLst>
                      <a:ext uri="{FF2B5EF4-FFF2-40B4-BE49-F238E27FC236}">
                        <a16:creationId xmlns:a16="http://schemas.microsoft.com/office/drawing/2014/main" id="{CD81D363-FF5A-6D0D-7CB8-26D61B8D0965}"/>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06" name="Rectangle 505">
                    <a:extLst>
                      <a:ext uri="{FF2B5EF4-FFF2-40B4-BE49-F238E27FC236}">
                        <a16:creationId xmlns:a16="http://schemas.microsoft.com/office/drawing/2014/main" id="{59A8CED6-B147-0E0C-A4AE-71D8130D46EF}"/>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07" name="Rectangle 506">
                    <a:extLst>
                      <a:ext uri="{FF2B5EF4-FFF2-40B4-BE49-F238E27FC236}">
                        <a16:creationId xmlns:a16="http://schemas.microsoft.com/office/drawing/2014/main" id="{504AFF71-74B9-3903-5C0B-5769FCF76DFD}"/>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08" name="Rectangle 507">
                    <a:extLst>
                      <a:ext uri="{FF2B5EF4-FFF2-40B4-BE49-F238E27FC236}">
                        <a16:creationId xmlns:a16="http://schemas.microsoft.com/office/drawing/2014/main" id="{149A6AF8-CF3B-68BD-A07E-7B8724F9523C}"/>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09" name="Rectangle 508">
                    <a:extLst>
                      <a:ext uri="{FF2B5EF4-FFF2-40B4-BE49-F238E27FC236}">
                        <a16:creationId xmlns:a16="http://schemas.microsoft.com/office/drawing/2014/main" id="{AECB7DA6-56EB-B882-8836-4DB67FFD0A8E}"/>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10" name="Rectangle 509">
                    <a:extLst>
                      <a:ext uri="{FF2B5EF4-FFF2-40B4-BE49-F238E27FC236}">
                        <a16:creationId xmlns:a16="http://schemas.microsoft.com/office/drawing/2014/main" id="{6B52FA04-AE96-CEF0-1372-13892AD3ED2C}"/>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11" name="Rectangle 510">
                    <a:extLst>
                      <a:ext uri="{FF2B5EF4-FFF2-40B4-BE49-F238E27FC236}">
                        <a16:creationId xmlns:a16="http://schemas.microsoft.com/office/drawing/2014/main" id="{A5608BA1-8810-8821-86D1-E219690A0DA0}"/>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12" name="Rectangle 511">
                    <a:extLst>
                      <a:ext uri="{FF2B5EF4-FFF2-40B4-BE49-F238E27FC236}">
                        <a16:creationId xmlns:a16="http://schemas.microsoft.com/office/drawing/2014/main" id="{32F82FF2-8196-7227-B7E4-21524E15CBEE}"/>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504" name="Rectangle 503">
                  <a:extLst>
                    <a:ext uri="{FF2B5EF4-FFF2-40B4-BE49-F238E27FC236}">
                      <a16:creationId xmlns:a16="http://schemas.microsoft.com/office/drawing/2014/main" id="{CF3E8E16-4A8E-CA4B-3851-2ED1EB887DDC}"/>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404" name="Group 403">
                <a:extLst>
                  <a:ext uri="{FF2B5EF4-FFF2-40B4-BE49-F238E27FC236}">
                    <a16:creationId xmlns:a16="http://schemas.microsoft.com/office/drawing/2014/main" id="{3EB29EF5-C984-84EE-3A12-FD796185C2F3}"/>
                  </a:ext>
                </a:extLst>
              </p:cNvPr>
              <p:cNvGrpSpPr/>
              <p:nvPr/>
            </p:nvGrpSpPr>
            <p:grpSpPr>
              <a:xfrm>
                <a:off x="3517885" y="4521299"/>
                <a:ext cx="127321" cy="1077753"/>
                <a:chOff x="2518180" y="4645556"/>
                <a:chExt cx="127321" cy="1077753"/>
              </a:xfrm>
            </p:grpSpPr>
            <p:grpSp>
              <p:nvGrpSpPr>
                <p:cNvPr id="493" name="Group 492">
                  <a:extLst>
                    <a:ext uri="{FF2B5EF4-FFF2-40B4-BE49-F238E27FC236}">
                      <a16:creationId xmlns:a16="http://schemas.microsoft.com/office/drawing/2014/main" id="{9D53C7F6-E2AC-E1F0-B1CB-C0B8743EDD60}"/>
                    </a:ext>
                  </a:extLst>
                </p:cNvPr>
                <p:cNvGrpSpPr/>
                <p:nvPr/>
              </p:nvGrpSpPr>
              <p:grpSpPr>
                <a:xfrm rot="5400000">
                  <a:off x="2101721" y="5062017"/>
                  <a:ext cx="960242" cy="127319"/>
                  <a:chOff x="2389719" y="3429000"/>
                  <a:chExt cx="1701376" cy="225587"/>
                </a:xfrm>
              </p:grpSpPr>
              <p:sp>
                <p:nvSpPr>
                  <p:cNvPr id="495" name="Rectangle 494">
                    <a:extLst>
                      <a:ext uri="{FF2B5EF4-FFF2-40B4-BE49-F238E27FC236}">
                        <a16:creationId xmlns:a16="http://schemas.microsoft.com/office/drawing/2014/main" id="{912CD13C-BB21-1515-C4A9-A8F55A25B504}"/>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96" name="Rectangle 495">
                    <a:extLst>
                      <a:ext uri="{FF2B5EF4-FFF2-40B4-BE49-F238E27FC236}">
                        <a16:creationId xmlns:a16="http://schemas.microsoft.com/office/drawing/2014/main" id="{D983CBB9-B550-A596-A42F-E758D1A55E39}"/>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97" name="Rectangle 496">
                    <a:extLst>
                      <a:ext uri="{FF2B5EF4-FFF2-40B4-BE49-F238E27FC236}">
                        <a16:creationId xmlns:a16="http://schemas.microsoft.com/office/drawing/2014/main" id="{C5330EB4-AF2F-8C0A-C9EA-27A2950282A0}"/>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98" name="Rectangle 497">
                    <a:extLst>
                      <a:ext uri="{FF2B5EF4-FFF2-40B4-BE49-F238E27FC236}">
                        <a16:creationId xmlns:a16="http://schemas.microsoft.com/office/drawing/2014/main" id="{C38ED458-72E7-0958-B244-53F618A89A6C}"/>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99" name="Rectangle 498">
                    <a:extLst>
                      <a:ext uri="{FF2B5EF4-FFF2-40B4-BE49-F238E27FC236}">
                        <a16:creationId xmlns:a16="http://schemas.microsoft.com/office/drawing/2014/main" id="{983B4E46-D834-B5C3-80FF-BA80B27D0DD6}"/>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00" name="Rectangle 499">
                    <a:extLst>
                      <a:ext uri="{FF2B5EF4-FFF2-40B4-BE49-F238E27FC236}">
                        <a16:creationId xmlns:a16="http://schemas.microsoft.com/office/drawing/2014/main" id="{B17479C3-FCA7-2349-A92A-3C91C1FAABA0}"/>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01" name="Rectangle 500">
                    <a:extLst>
                      <a:ext uri="{FF2B5EF4-FFF2-40B4-BE49-F238E27FC236}">
                        <a16:creationId xmlns:a16="http://schemas.microsoft.com/office/drawing/2014/main" id="{A0D0F650-3AAB-24AD-C342-A75CAF8371AD}"/>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502" name="Rectangle 501">
                    <a:extLst>
                      <a:ext uri="{FF2B5EF4-FFF2-40B4-BE49-F238E27FC236}">
                        <a16:creationId xmlns:a16="http://schemas.microsoft.com/office/drawing/2014/main" id="{811795AD-2B07-25B6-907C-14EEBFEA1315}"/>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494" name="Rectangle 493">
                  <a:extLst>
                    <a:ext uri="{FF2B5EF4-FFF2-40B4-BE49-F238E27FC236}">
                      <a16:creationId xmlns:a16="http://schemas.microsoft.com/office/drawing/2014/main" id="{66B26F95-1B65-A17F-C23E-E8B5AFF0065B}"/>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405" name="Group 404">
                <a:extLst>
                  <a:ext uri="{FF2B5EF4-FFF2-40B4-BE49-F238E27FC236}">
                    <a16:creationId xmlns:a16="http://schemas.microsoft.com/office/drawing/2014/main" id="{B2DADDCF-0046-46C7-C188-4BC95CF6A424}"/>
                  </a:ext>
                </a:extLst>
              </p:cNvPr>
              <p:cNvGrpSpPr/>
              <p:nvPr/>
            </p:nvGrpSpPr>
            <p:grpSpPr>
              <a:xfrm>
                <a:off x="3645048" y="4521300"/>
                <a:ext cx="127321" cy="1077753"/>
                <a:chOff x="2518180" y="4645556"/>
                <a:chExt cx="127321" cy="1077753"/>
              </a:xfrm>
            </p:grpSpPr>
            <p:grpSp>
              <p:nvGrpSpPr>
                <p:cNvPr id="483" name="Group 482">
                  <a:extLst>
                    <a:ext uri="{FF2B5EF4-FFF2-40B4-BE49-F238E27FC236}">
                      <a16:creationId xmlns:a16="http://schemas.microsoft.com/office/drawing/2014/main" id="{AA13DDA9-3617-0A50-B3C8-E351C4FC54DF}"/>
                    </a:ext>
                  </a:extLst>
                </p:cNvPr>
                <p:cNvGrpSpPr/>
                <p:nvPr/>
              </p:nvGrpSpPr>
              <p:grpSpPr>
                <a:xfrm rot="5400000">
                  <a:off x="2101721" y="5062017"/>
                  <a:ext cx="960242" cy="127319"/>
                  <a:chOff x="2389719" y="3429000"/>
                  <a:chExt cx="1701376" cy="225587"/>
                </a:xfrm>
              </p:grpSpPr>
              <p:sp>
                <p:nvSpPr>
                  <p:cNvPr id="485" name="Rectangle 484">
                    <a:extLst>
                      <a:ext uri="{FF2B5EF4-FFF2-40B4-BE49-F238E27FC236}">
                        <a16:creationId xmlns:a16="http://schemas.microsoft.com/office/drawing/2014/main" id="{8A8C6FFA-63E2-B420-037B-4C1A6766CF0F}"/>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86" name="Rectangle 485">
                    <a:extLst>
                      <a:ext uri="{FF2B5EF4-FFF2-40B4-BE49-F238E27FC236}">
                        <a16:creationId xmlns:a16="http://schemas.microsoft.com/office/drawing/2014/main" id="{0ABCE50E-93E9-16FD-D210-6051D37B4A66}"/>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87" name="Rectangle 486">
                    <a:extLst>
                      <a:ext uri="{FF2B5EF4-FFF2-40B4-BE49-F238E27FC236}">
                        <a16:creationId xmlns:a16="http://schemas.microsoft.com/office/drawing/2014/main" id="{B87235D6-F1CD-86A7-9705-D7B65A0D5D42}"/>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88" name="Rectangle 487">
                    <a:extLst>
                      <a:ext uri="{FF2B5EF4-FFF2-40B4-BE49-F238E27FC236}">
                        <a16:creationId xmlns:a16="http://schemas.microsoft.com/office/drawing/2014/main" id="{AD14BB79-2E4A-079B-DB7A-8D99D68FD79D}"/>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89" name="Rectangle 488">
                    <a:extLst>
                      <a:ext uri="{FF2B5EF4-FFF2-40B4-BE49-F238E27FC236}">
                        <a16:creationId xmlns:a16="http://schemas.microsoft.com/office/drawing/2014/main" id="{9936AB8F-290B-EECC-0F27-1BC5EE3DB44B}"/>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90" name="Rectangle 489">
                    <a:extLst>
                      <a:ext uri="{FF2B5EF4-FFF2-40B4-BE49-F238E27FC236}">
                        <a16:creationId xmlns:a16="http://schemas.microsoft.com/office/drawing/2014/main" id="{72B572EA-DDED-2CB2-7268-E696803AA101}"/>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91" name="Rectangle 490">
                    <a:extLst>
                      <a:ext uri="{FF2B5EF4-FFF2-40B4-BE49-F238E27FC236}">
                        <a16:creationId xmlns:a16="http://schemas.microsoft.com/office/drawing/2014/main" id="{7EB301E0-2C6D-456E-A712-BB299E9F6491}"/>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92" name="Rectangle 491">
                    <a:extLst>
                      <a:ext uri="{FF2B5EF4-FFF2-40B4-BE49-F238E27FC236}">
                        <a16:creationId xmlns:a16="http://schemas.microsoft.com/office/drawing/2014/main" id="{265277D3-C1D4-E4E6-DC9D-E0769A41A410}"/>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484" name="Rectangle 483">
                  <a:extLst>
                    <a:ext uri="{FF2B5EF4-FFF2-40B4-BE49-F238E27FC236}">
                      <a16:creationId xmlns:a16="http://schemas.microsoft.com/office/drawing/2014/main" id="{C59402B7-344F-7625-D4EA-583E7169B072}"/>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406" name="Group 405">
                <a:extLst>
                  <a:ext uri="{FF2B5EF4-FFF2-40B4-BE49-F238E27FC236}">
                    <a16:creationId xmlns:a16="http://schemas.microsoft.com/office/drawing/2014/main" id="{23DEB566-41F9-7014-13EF-3709DE786D27}"/>
                  </a:ext>
                </a:extLst>
              </p:cNvPr>
              <p:cNvGrpSpPr/>
              <p:nvPr/>
            </p:nvGrpSpPr>
            <p:grpSpPr>
              <a:xfrm>
                <a:off x="3770298" y="4521300"/>
                <a:ext cx="127325" cy="1077752"/>
                <a:chOff x="2518180" y="4645557"/>
                <a:chExt cx="127325" cy="1077752"/>
              </a:xfrm>
            </p:grpSpPr>
            <p:grpSp>
              <p:nvGrpSpPr>
                <p:cNvPr id="473" name="Group 472">
                  <a:extLst>
                    <a:ext uri="{FF2B5EF4-FFF2-40B4-BE49-F238E27FC236}">
                      <a16:creationId xmlns:a16="http://schemas.microsoft.com/office/drawing/2014/main" id="{56E7189A-DCAF-2A33-10A2-A58AAECD7467}"/>
                    </a:ext>
                  </a:extLst>
                </p:cNvPr>
                <p:cNvGrpSpPr/>
                <p:nvPr/>
              </p:nvGrpSpPr>
              <p:grpSpPr>
                <a:xfrm rot="5400000">
                  <a:off x="2101724" y="5062017"/>
                  <a:ext cx="960242" cy="127321"/>
                  <a:chOff x="2389719" y="3429000"/>
                  <a:chExt cx="1701376" cy="225591"/>
                </a:xfrm>
              </p:grpSpPr>
              <p:sp>
                <p:nvSpPr>
                  <p:cNvPr id="475" name="Rectangle 474">
                    <a:extLst>
                      <a:ext uri="{FF2B5EF4-FFF2-40B4-BE49-F238E27FC236}">
                        <a16:creationId xmlns:a16="http://schemas.microsoft.com/office/drawing/2014/main" id="{500946B2-1CC6-3D7E-8874-74C335D9D5AB}"/>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76" name="Rectangle 475">
                    <a:extLst>
                      <a:ext uri="{FF2B5EF4-FFF2-40B4-BE49-F238E27FC236}">
                        <a16:creationId xmlns:a16="http://schemas.microsoft.com/office/drawing/2014/main" id="{8F326770-164B-7C73-45BB-BA310AED2CA4}"/>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77" name="Rectangle 476">
                    <a:extLst>
                      <a:ext uri="{FF2B5EF4-FFF2-40B4-BE49-F238E27FC236}">
                        <a16:creationId xmlns:a16="http://schemas.microsoft.com/office/drawing/2014/main" id="{F8A7CF0A-DBFD-02DE-241F-8DFF1C52E571}"/>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78" name="Rectangle 477">
                    <a:extLst>
                      <a:ext uri="{FF2B5EF4-FFF2-40B4-BE49-F238E27FC236}">
                        <a16:creationId xmlns:a16="http://schemas.microsoft.com/office/drawing/2014/main" id="{F1A04862-EB8C-69EF-181F-D004A2100C3D}"/>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79" name="Rectangle 478">
                    <a:extLst>
                      <a:ext uri="{FF2B5EF4-FFF2-40B4-BE49-F238E27FC236}">
                        <a16:creationId xmlns:a16="http://schemas.microsoft.com/office/drawing/2014/main" id="{26D46EB4-38E0-7DDE-E339-CB845D6785ED}"/>
                      </a:ext>
                    </a:extLst>
                  </p:cNvPr>
                  <p:cNvSpPr/>
                  <p:nvPr/>
                </p:nvSpPr>
                <p:spPr>
                  <a:xfrm>
                    <a:off x="3240406" y="3429004"/>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80" name="Rectangle 479">
                    <a:extLst>
                      <a:ext uri="{FF2B5EF4-FFF2-40B4-BE49-F238E27FC236}">
                        <a16:creationId xmlns:a16="http://schemas.microsoft.com/office/drawing/2014/main" id="{84C67F5C-4EFD-B1A1-9D5C-54DA89EFF6BB}"/>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81" name="Rectangle 480">
                    <a:extLst>
                      <a:ext uri="{FF2B5EF4-FFF2-40B4-BE49-F238E27FC236}">
                        <a16:creationId xmlns:a16="http://schemas.microsoft.com/office/drawing/2014/main" id="{0406C270-DD2C-F38F-006D-DBB7484A3741}"/>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82" name="Rectangle 481">
                    <a:extLst>
                      <a:ext uri="{FF2B5EF4-FFF2-40B4-BE49-F238E27FC236}">
                        <a16:creationId xmlns:a16="http://schemas.microsoft.com/office/drawing/2014/main" id="{83803940-E614-3D5B-C9F8-989AE4D61F09}"/>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474" name="Rectangle 473">
                  <a:extLst>
                    <a:ext uri="{FF2B5EF4-FFF2-40B4-BE49-F238E27FC236}">
                      <a16:creationId xmlns:a16="http://schemas.microsoft.com/office/drawing/2014/main" id="{EBE3EEA7-2571-71C7-ABFD-E5FA17C3EF42}"/>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407" name="Group 406">
                <a:extLst>
                  <a:ext uri="{FF2B5EF4-FFF2-40B4-BE49-F238E27FC236}">
                    <a16:creationId xmlns:a16="http://schemas.microsoft.com/office/drawing/2014/main" id="{6D28A530-530F-9495-D65F-DF1E28361A8A}"/>
                  </a:ext>
                </a:extLst>
              </p:cNvPr>
              <p:cNvGrpSpPr/>
              <p:nvPr/>
            </p:nvGrpSpPr>
            <p:grpSpPr>
              <a:xfrm>
                <a:off x="3901875" y="4521300"/>
                <a:ext cx="127321" cy="1077753"/>
                <a:chOff x="2518180" y="4645556"/>
                <a:chExt cx="127321" cy="1077753"/>
              </a:xfrm>
            </p:grpSpPr>
            <p:grpSp>
              <p:nvGrpSpPr>
                <p:cNvPr id="463" name="Group 462">
                  <a:extLst>
                    <a:ext uri="{FF2B5EF4-FFF2-40B4-BE49-F238E27FC236}">
                      <a16:creationId xmlns:a16="http://schemas.microsoft.com/office/drawing/2014/main" id="{8AD23EF9-32EA-5590-C320-338155D94B6A}"/>
                    </a:ext>
                  </a:extLst>
                </p:cNvPr>
                <p:cNvGrpSpPr/>
                <p:nvPr/>
              </p:nvGrpSpPr>
              <p:grpSpPr>
                <a:xfrm rot="5400000">
                  <a:off x="2101721" y="5062017"/>
                  <a:ext cx="960242" cy="127319"/>
                  <a:chOff x="2389719" y="3429000"/>
                  <a:chExt cx="1701376" cy="225587"/>
                </a:xfrm>
              </p:grpSpPr>
              <p:sp>
                <p:nvSpPr>
                  <p:cNvPr id="465" name="Rectangle 464">
                    <a:extLst>
                      <a:ext uri="{FF2B5EF4-FFF2-40B4-BE49-F238E27FC236}">
                        <a16:creationId xmlns:a16="http://schemas.microsoft.com/office/drawing/2014/main" id="{806DA4BB-662F-0BFF-7EDD-111E0C7C568B}"/>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66" name="Rectangle 465">
                    <a:extLst>
                      <a:ext uri="{FF2B5EF4-FFF2-40B4-BE49-F238E27FC236}">
                        <a16:creationId xmlns:a16="http://schemas.microsoft.com/office/drawing/2014/main" id="{A9644C25-4E47-2925-0C09-7BEC931F605E}"/>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67" name="Rectangle 466">
                    <a:extLst>
                      <a:ext uri="{FF2B5EF4-FFF2-40B4-BE49-F238E27FC236}">
                        <a16:creationId xmlns:a16="http://schemas.microsoft.com/office/drawing/2014/main" id="{44A2AACA-9227-890D-D913-3BFC2E3BEAF9}"/>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68" name="Rectangle 467">
                    <a:extLst>
                      <a:ext uri="{FF2B5EF4-FFF2-40B4-BE49-F238E27FC236}">
                        <a16:creationId xmlns:a16="http://schemas.microsoft.com/office/drawing/2014/main" id="{E2BF35B4-C15D-724B-8048-58FF569402DA}"/>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69" name="Rectangle 468">
                    <a:extLst>
                      <a:ext uri="{FF2B5EF4-FFF2-40B4-BE49-F238E27FC236}">
                        <a16:creationId xmlns:a16="http://schemas.microsoft.com/office/drawing/2014/main" id="{A3B033D0-784C-4098-BAA4-FF7756CECBC3}"/>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70" name="Rectangle 469">
                    <a:extLst>
                      <a:ext uri="{FF2B5EF4-FFF2-40B4-BE49-F238E27FC236}">
                        <a16:creationId xmlns:a16="http://schemas.microsoft.com/office/drawing/2014/main" id="{AC7A103D-22E8-A7CE-839B-3CF99792DBEF}"/>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71" name="Rectangle 470">
                    <a:extLst>
                      <a:ext uri="{FF2B5EF4-FFF2-40B4-BE49-F238E27FC236}">
                        <a16:creationId xmlns:a16="http://schemas.microsoft.com/office/drawing/2014/main" id="{138B7896-322B-CD71-56AA-3210271BD577}"/>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72" name="Rectangle 471">
                    <a:extLst>
                      <a:ext uri="{FF2B5EF4-FFF2-40B4-BE49-F238E27FC236}">
                        <a16:creationId xmlns:a16="http://schemas.microsoft.com/office/drawing/2014/main" id="{E17FC2C5-AAED-436B-CE1F-7F30EC1E4399}"/>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464" name="Rectangle 463">
                  <a:extLst>
                    <a:ext uri="{FF2B5EF4-FFF2-40B4-BE49-F238E27FC236}">
                      <a16:creationId xmlns:a16="http://schemas.microsoft.com/office/drawing/2014/main" id="{EBF191AA-7BD1-2309-7D8F-821E6093F41E}"/>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408" name="Group 407">
                <a:extLst>
                  <a:ext uri="{FF2B5EF4-FFF2-40B4-BE49-F238E27FC236}">
                    <a16:creationId xmlns:a16="http://schemas.microsoft.com/office/drawing/2014/main" id="{7B0FC059-E1AD-320D-D1DC-977785749C83}"/>
                  </a:ext>
                </a:extLst>
              </p:cNvPr>
              <p:cNvGrpSpPr/>
              <p:nvPr/>
            </p:nvGrpSpPr>
            <p:grpSpPr>
              <a:xfrm>
                <a:off x="4027125" y="4521299"/>
                <a:ext cx="127321" cy="1077753"/>
                <a:chOff x="2518180" y="4645556"/>
                <a:chExt cx="127321" cy="1077753"/>
              </a:xfrm>
            </p:grpSpPr>
            <p:grpSp>
              <p:nvGrpSpPr>
                <p:cNvPr id="453" name="Group 452">
                  <a:extLst>
                    <a:ext uri="{FF2B5EF4-FFF2-40B4-BE49-F238E27FC236}">
                      <a16:creationId xmlns:a16="http://schemas.microsoft.com/office/drawing/2014/main" id="{70481879-4D5C-381A-215E-38B2F521AA9C}"/>
                    </a:ext>
                  </a:extLst>
                </p:cNvPr>
                <p:cNvGrpSpPr/>
                <p:nvPr/>
              </p:nvGrpSpPr>
              <p:grpSpPr>
                <a:xfrm rot="5400000">
                  <a:off x="2101721" y="5062017"/>
                  <a:ext cx="960242" cy="127319"/>
                  <a:chOff x="2389719" y="3429000"/>
                  <a:chExt cx="1701376" cy="225587"/>
                </a:xfrm>
              </p:grpSpPr>
              <p:sp>
                <p:nvSpPr>
                  <p:cNvPr id="455" name="Rectangle 454">
                    <a:extLst>
                      <a:ext uri="{FF2B5EF4-FFF2-40B4-BE49-F238E27FC236}">
                        <a16:creationId xmlns:a16="http://schemas.microsoft.com/office/drawing/2014/main" id="{3EB24063-84BE-0BE5-404A-4CECE91AA0E8}"/>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56" name="Rectangle 455">
                    <a:extLst>
                      <a:ext uri="{FF2B5EF4-FFF2-40B4-BE49-F238E27FC236}">
                        <a16:creationId xmlns:a16="http://schemas.microsoft.com/office/drawing/2014/main" id="{A493D0D2-43FA-11B8-301B-E6A01AFFAA8F}"/>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57" name="Rectangle 456">
                    <a:extLst>
                      <a:ext uri="{FF2B5EF4-FFF2-40B4-BE49-F238E27FC236}">
                        <a16:creationId xmlns:a16="http://schemas.microsoft.com/office/drawing/2014/main" id="{74633FD3-7CD4-C916-1CE4-E69580374D4B}"/>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58" name="Rectangle 457">
                    <a:extLst>
                      <a:ext uri="{FF2B5EF4-FFF2-40B4-BE49-F238E27FC236}">
                        <a16:creationId xmlns:a16="http://schemas.microsoft.com/office/drawing/2014/main" id="{35DB37E1-E4CB-19F9-D470-30E0D53C159A}"/>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59" name="Rectangle 458">
                    <a:extLst>
                      <a:ext uri="{FF2B5EF4-FFF2-40B4-BE49-F238E27FC236}">
                        <a16:creationId xmlns:a16="http://schemas.microsoft.com/office/drawing/2014/main" id="{BC3E9941-8AB6-45F3-4146-140A797D9B39}"/>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60" name="Rectangle 459">
                    <a:extLst>
                      <a:ext uri="{FF2B5EF4-FFF2-40B4-BE49-F238E27FC236}">
                        <a16:creationId xmlns:a16="http://schemas.microsoft.com/office/drawing/2014/main" id="{D974473F-1473-B74E-895D-9315D8D1B548}"/>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61" name="Rectangle 460">
                    <a:extLst>
                      <a:ext uri="{FF2B5EF4-FFF2-40B4-BE49-F238E27FC236}">
                        <a16:creationId xmlns:a16="http://schemas.microsoft.com/office/drawing/2014/main" id="{C8954C62-8BA6-3E5E-4687-6895DEF198CD}"/>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62" name="Rectangle 461">
                    <a:extLst>
                      <a:ext uri="{FF2B5EF4-FFF2-40B4-BE49-F238E27FC236}">
                        <a16:creationId xmlns:a16="http://schemas.microsoft.com/office/drawing/2014/main" id="{44D5FF24-CF57-BEC7-0B01-1E93E0FF0D6D}"/>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454" name="Rectangle 453">
                  <a:extLst>
                    <a:ext uri="{FF2B5EF4-FFF2-40B4-BE49-F238E27FC236}">
                      <a16:creationId xmlns:a16="http://schemas.microsoft.com/office/drawing/2014/main" id="{136235AC-42B5-AA55-C885-974A5751BB9C}"/>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409" name="Group 408">
                <a:extLst>
                  <a:ext uri="{FF2B5EF4-FFF2-40B4-BE49-F238E27FC236}">
                    <a16:creationId xmlns:a16="http://schemas.microsoft.com/office/drawing/2014/main" id="{FE345E10-759C-1172-8EC7-4714DA82F9A6}"/>
                  </a:ext>
                </a:extLst>
              </p:cNvPr>
              <p:cNvGrpSpPr/>
              <p:nvPr/>
            </p:nvGrpSpPr>
            <p:grpSpPr>
              <a:xfrm>
                <a:off x="4154288" y="4521300"/>
                <a:ext cx="127321" cy="1077753"/>
                <a:chOff x="2518180" y="4645556"/>
                <a:chExt cx="127321" cy="1077753"/>
              </a:xfrm>
            </p:grpSpPr>
            <p:grpSp>
              <p:nvGrpSpPr>
                <p:cNvPr id="443" name="Group 442">
                  <a:extLst>
                    <a:ext uri="{FF2B5EF4-FFF2-40B4-BE49-F238E27FC236}">
                      <a16:creationId xmlns:a16="http://schemas.microsoft.com/office/drawing/2014/main" id="{404A45C8-90C8-9BB2-A38C-4FF506E77664}"/>
                    </a:ext>
                  </a:extLst>
                </p:cNvPr>
                <p:cNvGrpSpPr/>
                <p:nvPr/>
              </p:nvGrpSpPr>
              <p:grpSpPr>
                <a:xfrm rot="5400000">
                  <a:off x="2101721" y="5062017"/>
                  <a:ext cx="960242" cy="127319"/>
                  <a:chOff x="2389719" y="3429000"/>
                  <a:chExt cx="1701376" cy="225587"/>
                </a:xfrm>
              </p:grpSpPr>
              <p:sp>
                <p:nvSpPr>
                  <p:cNvPr id="445" name="Rectangle 444">
                    <a:extLst>
                      <a:ext uri="{FF2B5EF4-FFF2-40B4-BE49-F238E27FC236}">
                        <a16:creationId xmlns:a16="http://schemas.microsoft.com/office/drawing/2014/main" id="{B5A5EA72-799F-1678-7EC0-BD61DB91831B}"/>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46" name="Rectangle 445">
                    <a:extLst>
                      <a:ext uri="{FF2B5EF4-FFF2-40B4-BE49-F238E27FC236}">
                        <a16:creationId xmlns:a16="http://schemas.microsoft.com/office/drawing/2014/main" id="{5F3081D3-9838-0DA9-2584-C4621077FDA2}"/>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47" name="Rectangle 446">
                    <a:extLst>
                      <a:ext uri="{FF2B5EF4-FFF2-40B4-BE49-F238E27FC236}">
                        <a16:creationId xmlns:a16="http://schemas.microsoft.com/office/drawing/2014/main" id="{79029FC1-D587-3398-F4C5-01F0D4680959}"/>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48" name="Rectangle 447">
                    <a:extLst>
                      <a:ext uri="{FF2B5EF4-FFF2-40B4-BE49-F238E27FC236}">
                        <a16:creationId xmlns:a16="http://schemas.microsoft.com/office/drawing/2014/main" id="{1671FBB6-788E-280A-2D01-34C6DB81976B}"/>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49" name="Rectangle 448">
                    <a:extLst>
                      <a:ext uri="{FF2B5EF4-FFF2-40B4-BE49-F238E27FC236}">
                        <a16:creationId xmlns:a16="http://schemas.microsoft.com/office/drawing/2014/main" id="{412F190D-A6B7-E342-0824-A61FE0A5411A}"/>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50" name="Rectangle 449">
                    <a:extLst>
                      <a:ext uri="{FF2B5EF4-FFF2-40B4-BE49-F238E27FC236}">
                        <a16:creationId xmlns:a16="http://schemas.microsoft.com/office/drawing/2014/main" id="{F3DE1BB0-C02E-00A9-3100-99D90E7B6515}"/>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51" name="Rectangle 450">
                    <a:extLst>
                      <a:ext uri="{FF2B5EF4-FFF2-40B4-BE49-F238E27FC236}">
                        <a16:creationId xmlns:a16="http://schemas.microsoft.com/office/drawing/2014/main" id="{487F2F1C-3CF6-120B-A7DE-CF4C9D1CE16E}"/>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52" name="Rectangle 451">
                    <a:extLst>
                      <a:ext uri="{FF2B5EF4-FFF2-40B4-BE49-F238E27FC236}">
                        <a16:creationId xmlns:a16="http://schemas.microsoft.com/office/drawing/2014/main" id="{6467C3E7-4D70-DB1A-8A1D-08A3B6C17354}"/>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444" name="Rectangle 443">
                  <a:extLst>
                    <a:ext uri="{FF2B5EF4-FFF2-40B4-BE49-F238E27FC236}">
                      <a16:creationId xmlns:a16="http://schemas.microsoft.com/office/drawing/2014/main" id="{BE1322BA-D032-6239-09C1-3BD0703DD570}"/>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410" name="Group 409">
                <a:extLst>
                  <a:ext uri="{FF2B5EF4-FFF2-40B4-BE49-F238E27FC236}">
                    <a16:creationId xmlns:a16="http://schemas.microsoft.com/office/drawing/2014/main" id="{9381E136-F782-F9E1-C626-EF4B3434113C}"/>
                  </a:ext>
                </a:extLst>
              </p:cNvPr>
              <p:cNvGrpSpPr/>
              <p:nvPr/>
            </p:nvGrpSpPr>
            <p:grpSpPr>
              <a:xfrm>
                <a:off x="4279538" y="4521299"/>
                <a:ext cx="127321" cy="1077753"/>
                <a:chOff x="2518180" y="4645556"/>
                <a:chExt cx="127321" cy="1077753"/>
              </a:xfrm>
            </p:grpSpPr>
            <p:grpSp>
              <p:nvGrpSpPr>
                <p:cNvPr id="433" name="Group 432">
                  <a:extLst>
                    <a:ext uri="{FF2B5EF4-FFF2-40B4-BE49-F238E27FC236}">
                      <a16:creationId xmlns:a16="http://schemas.microsoft.com/office/drawing/2014/main" id="{7CD41575-35E8-DBE9-03C3-018BF7C31424}"/>
                    </a:ext>
                  </a:extLst>
                </p:cNvPr>
                <p:cNvGrpSpPr/>
                <p:nvPr/>
              </p:nvGrpSpPr>
              <p:grpSpPr>
                <a:xfrm rot="5400000">
                  <a:off x="2101721" y="5062017"/>
                  <a:ext cx="960242" cy="127319"/>
                  <a:chOff x="2389719" y="3429000"/>
                  <a:chExt cx="1701376" cy="225587"/>
                </a:xfrm>
              </p:grpSpPr>
              <p:sp>
                <p:nvSpPr>
                  <p:cNvPr id="435" name="Rectangle 434">
                    <a:extLst>
                      <a:ext uri="{FF2B5EF4-FFF2-40B4-BE49-F238E27FC236}">
                        <a16:creationId xmlns:a16="http://schemas.microsoft.com/office/drawing/2014/main" id="{7251FE92-9A46-10E0-E5C1-9F7E2716D719}"/>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36" name="Rectangle 435">
                    <a:extLst>
                      <a:ext uri="{FF2B5EF4-FFF2-40B4-BE49-F238E27FC236}">
                        <a16:creationId xmlns:a16="http://schemas.microsoft.com/office/drawing/2014/main" id="{71F0F242-F187-1745-95EA-48CC973E903F}"/>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37" name="Rectangle 436">
                    <a:extLst>
                      <a:ext uri="{FF2B5EF4-FFF2-40B4-BE49-F238E27FC236}">
                        <a16:creationId xmlns:a16="http://schemas.microsoft.com/office/drawing/2014/main" id="{24A7A9DE-C5FF-33CA-1ABD-CBAF720982B2}"/>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38" name="Rectangle 437">
                    <a:extLst>
                      <a:ext uri="{FF2B5EF4-FFF2-40B4-BE49-F238E27FC236}">
                        <a16:creationId xmlns:a16="http://schemas.microsoft.com/office/drawing/2014/main" id="{DCC52CDE-A570-9D5E-8486-556B16047038}"/>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39" name="Rectangle 438">
                    <a:extLst>
                      <a:ext uri="{FF2B5EF4-FFF2-40B4-BE49-F238E27FC236}">
                        <a16:creationId xmlns:a16="http://schemas.microsoft.com/office/drawing/2014/main" id="{E5FBD44B-9B8E-75AA-F98F-1ABB2615C1D6}"/>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40" name="Rectangle 439">
                    <a:extLst>
                      <a:ext uri="{FF2B5EF4-FFF2-40B4-BE49-F238E27FC236}">
                        <a16:creationId xmlns:a16="http://schemas.microsoft.com/office/drawing/2014/main" id="{AE5909A5-8499-4C86-2C96-A57A846BD986}"/>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41" name="Rectangle 440">
                    <a:extLst>
                      <a:ext uri="{FF2B5EF4-FFF2-40B4-BE49-F238E27FC236}">
                        <a16:creationId xmlns:a16="http://schemas.microsoft.com/office/drawing/2014/main" id="{E7081F64-24AC-C7A7-90AA-33E4E9D15D18}"/>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42" name="Rectangle 441">
                    <a:extLst>
                      <a:ext uri="{FF2B5EF4-FFF2-40B4-BE49-F238E27FC236}">
                        <a16:creationId xmlns:a16="http://schemas.microsoft.com/office/drawing/2014/main" id="{918F5A73-B58F-7AA9-6ADC-BAFA5BD27F3D}"/>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434" name="Rectangle 433">
                  <a:extLst>
                    <a:ext uri="{FF2B5EF4-FFF2-40B4-BE49-F238E27FC236}">
                      <a16:creationId xmlns:a16="http://schemas.microsoft.com/office/drawing/2014/main" id="{816743EB-DCD6-4A5C-F271-116144A5C128}"/>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411" name="Group 410">
                <a:extLst>
                  <a:ext uri="{FF2B5EF4-FFF2-40B4-BE49-F238E27FC236}">
                    <a16:creationId xmlns:a16="http://schemas.microsoft.com/office/drawing/2014/main" id="{4A332C5D-5535-EFC3-3F52-F2DE5B1D6045}"/>
                  </a:ext>
                </a:extLst>
              </p:cNvPr>
              <p:cNvGrpSpPr/>
              <p:nvPr/>
            </p:nvGrpSpPr>
            <p:grpSpPr>
              <a:xfrm>
                <a:off x="4411549" y="4521300"/>
                <a:ext cx="127321" cy="1077753"/>
                <a:chOff x="2518180" y="4645556"/>
                <a:chExt cx="127321" cy="1077753"/>
              </a:xfrm>
            </p:grpSpPr>
            <p:grpSp>
              <p:nvGrpSpPr>
                <p:cNvPr id="423" name="Group 422">
                  <a:extLst>
                    <a:ext uri="{FF2B5EF4-FFF2-40B4-BE49-F238E27FC236}">
                      <a16:creationId xmlns:a16="http://schemas.microsoft.com/office/drawing/2014/main" id="{7EDD2038-7F0A-3B39-A9A9-5A03716BA9AB}"/>
                    </a:ext>
                  </a:extLst>
                </p:cNvPr>
                <p:cNvGrpSpPr/>
                <p:nvPr/>
              </p:nvGrpSpPr>
              <p:grpSpPr>
                <a:xfrm rot="5400000">
                  <a:off x="2101721" y="5062017"/>
                  <a:ext cx="960242" cy="127319"/>
                  <a:chOff x="2389719" y="3429000"/>
                  <a:chExt cx="1701376" cy="225587"/>
                </a:xfrm>
              </p:grpSpPr>
              <p:sp>
                <p:nvSpPr>
                  <p:cNvPr id="425" name="Rectangle 424">
                    <a:extLst>
                      <a:ext uri="{FF2B5EF4-FFF2-40B4-BE49-F238E27FC236}">
                        <a16:creationId xmlns:a16="http://schemas.microsoft.com/office/drawing/2014/main" id="{127CAB6A-9554-B020-4926-3EDF68A08F7D}"/>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26" name="Rectangle 425">
                    <a:extLst>
                      <a:ext uri="{FF2B5EF4-FFF2-40B4-BE49-F238E27FC236}">
                        <a16:creationId xmlns:a16="http://schemas.microsoft.com/office/drawing/2014/main" id="{7FE1C939-66E4-3CD6-77C8-A43CCF8FE0DB}"/>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27" name="Rectangle 426">
                    <a:extLst>
                      <a:ext uri="{FF2B5EF4-FFF2-40B4-BE49-F238E27FC236}">
                        <a16:creationId xmlns:a16="http://schemas.microsoft.com/office/drawing/2014/main" id="{D040BDD4-04A1-5C90-7640-AE45A187D198}"/>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28" name="Rectangle 427">
                    <a:extLst>
                      <a:ext uri="{FF2B5EF4-FFF2-40B4-BE49-F238E27FC236}">
                        <a16:creationId xmlns:a16="http://schemas.microsoft.com/office/drawing/2014/main" id="{BD717E89-A71B-D673-6D27-523F91945B3A}"/>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29" name="Rectangle 428">
                    <a:extLst>
                      <a:ext uri="{FF2B5EF4-FFF2-40B4-BE49-F238E27FC236}">
                        <a16:creationId xmlns:a16="http://schemas.microsoft.com/office/drawing/2014/main" id="{64B4F4CF-0476-816E-B9B2-3814F8C30E59}"/>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30" name="Rectangle 429">
                    <a:extLst>
                      <a:ext uri="{FF2B5EF4-FFF2-40B4-BE49-F238E27FC236}">
                        <a16:creationId xmlns:a16="http://schemas.microsoft.com/office/drawing/2014/main" id="{FD811C8E-B752-8C07-4CD4-4C066B6B0F1E}"/>
                      </a:ext>
                    </a:extLst>
                  </p:cNvPr>
                  <p:cNvSpPr/>
                  <p:nvPr/>
                </p:nvSpPr>
                <p:spPr>
                  <a:xfrm>
                    <a:off x="345307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31" name="Rectangle 430">
                    <a:extLst>
                      <a:ext uri="{FF2B5EF4-FFF2-40B4-BE49-F238E27FC236}">
                        <a16:creationId xmlns:a16="http://schemas.microsoft.com/office/drawing/2014/main" id="{5E506784-75AA-7729-5AC5-0E8F4210078E}"/>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32" name="Rectangle 431">
                    <a:extLst>
                      <a:ext uri="{FF2B5EF4-FFF2-40B4-BE49-F238E27FC236}">
                        <a16:creationId xmlns:a16="http://schemas.microsoft.com/office/drawing/2014/main" id="{6397F832-1038-1DB5-8874-1B5BE2A88D24}"/>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424" name="Rectangle 423">
                  <a:extLst>
                    <a:ext uri="{FF2B5EF4-FFF2-40B4-BE49-F238E27FC236}">
                      <a16:creationId xmlns:a16="http://schemas.microsoft.com/office/drawing/2014/main" id="{19CD5858-A954-FFC6-21AF-CBA0E5EF0821}"/>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nvGrpSpPr>
              <p:cNvPr id="412" name="Group 411">
                <a:extLst>
                  <a:ext uri="{FF2B5EF4-FFF2-40B4-BE49-F238E27FC236}">
                    <a16:creationId xmlns:a16="http://schemas.microsoft.com/office/drawing/2014/main" id="{5E6869DE-4DB2-4DA0-9BBB-DC3B8E423D7A}"/>
                  </a:ext>
                </a:extLst>
              </p:cNvPr>
              <p:cNvGrpSpPr/>
              <p:nvPr/>
            </p:nvGrpSpPr>
            <p:grpSpPr>
              <a:xfrm>
                <a:off x="4536796" y="4521299"/>
                <a:ext cx="127322" cy="1077753"/>
                <a:chOff x="2518177" y="4645556"/>
                <a:chExt cx="127322" cy="1077753"/>
              </a:xfrm>
            </p:grpSpPr>
            <p:grpSp>
              <p:nvGrpSpPr>
                <p:cNvPr id="413" name="Group 412">
                  <a:extLst>
                    <a:ext uri="{FF2B5EF4-FFF2-40B4-BE49-F238E27FC236}">
                      <a16:creationId xmlns:a16="http://schemas.microsoft.com/office/drawing/2014/main" id="{99EE259F-6321-7185-A1C1-272C95020D9A}"/>
                    </a:ext>
                  </a:extLst>
                </p:cNvPr>
                <p:cNvGrpSpPr/>
                <p:nvPr/>
              </p:nvGrpSpPr>
              <p:grpSpPr>
                <a:xfrm rot="5400000">
                  <a:off x="2101717" y="5062016"/>
                  <a:ext cx="960242" cy="127322"/>
                  <a:chOff x="2389719" y="3429000"/>
                  <a:chExt cx="1701376" cy="225592"/>
                </a:xfrm>
              </p:grpSpPr>
              <p:sp>
                <p:nvSpPr>
                  <p:cNvPr id="415" name="Rectangle 414">
                    <a:extLst>
                      <a:ext uri="{FF2B5EF4-FFF2-40B4-BE49-F238E27FC236}">
                        <a16:creationId xmlns:a16="http://schemas.microsoft.com/office/drawing/2014/main" id="{0C36844E-7120-9B70-2DA5-79CD9F8C6C46}"/>
                      </a:ext>
                    </a:extLst>
                  </p:cNvPr>
                  <p:cNvSpPr/>
                  <p:nvPr/>
                </p:nvSpPr>
                <p:spPr>
                  <a:xfrm>
                    <a:off x="2389719"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16" name="Rectangle 415">
                    <a:extLst>
                      <a:ext uri="{FF2B5EF4-FFF2-40B4-BE49-F238E27FC236}">
                        <a16:creationId xmlns:a16="http://schemas.microsoft.com/office/drawing/2014/main" id="{F0A57522-1A20-4977-9255-5DFB905D42DC}"/>
                      </a:ext>
                    </a:extLst>
                  </p:cNvPr>
                  <p:cNvSpPr/>
                  <p:nvPr/>
                </p:nvSpPr>
                <p:spPr>
                  <a:xfrm>
                    <a:off x="260239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17" name="Rectangle 416">
                    <a:extLst>
                      <a:ext uri="{FF2B5EF4-FFF2-40B4-BE49-F238E27FC236}">
                        <a16:creationId xmlns:a16="http://schemas.microsoft.com/office/drawing/2014/main" id="{5F512B90-F250-0FDA-1CFD-F624D7CB78C5}"/>
                      </a:ext>
                    </a:extLst>
                  </p:cNvPr>
                  <p:cNvSpPr/>
                  <p:nvPr/>
                </p:nvSpPr>
                <p:spPr>
                  <a:xfrm>
                    <a:off x="281506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18" name="Rectangle 417">
                    <a:extLst>
                      <a:ext uri="{FF2B5EF4-FFF2-40B4-BE49-F238E27FC236}">
                        <a16:creationId xmlns:a16="http://schemas.microsoft.com/office/drawing/2014/main" id="{3B48F6FA-D6DE-5D80-DF90-6CD88E5E341B}"/>
                      </a:ext>
                    </a:extLst>
                  </p:cNvPr>
                  <p:cNvSpPr/>
                  <p:nvPr/>
                </p:nvSpPr>
                <p:spPr>
                  <a:xfrm>
                    <a:off x="3027735"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19" name="Rectangle 418">
                    <a:extLst>
                      <a:ext uri="{FF2B5EF4-FFF2-40B4-BE49-F238E27FC236}">
                        <a16:creationId xmlns:a16="http://schemas.microsoft.com/office/drawing/2014/main" id="{032B228F-72E7-E6B7-9AC8-E9063C9938AA}"/>
                      </a:ext>
                    </a:extLst>
                  </p:cNvPr>
                  <p:cNvSpPr/>
                  <p:nvPr/>
                </p:nvSpPr>
                <p:spPr>
                  <a:xfrm>
                    <a:off x="3240407"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20" name="Rectangle 419">
                    <a:extLst>
                      <a:ext uri="{FF2B5EF4-FFF2-40B4-BE49-F238E27FC236}">
                        <a16:creationId xmlns:a16="http://schemas.microsoft.com/office/drawing/2014/main" id="{6E27F1BB-CE57-BA82-9CB2-856B63F92FEB}"/>
                      </a:ext>
                    </a:extLst>
                  </p:cNvPr>
                  <p:cNvSpPr/>
                  <p:nvPr/>
                </p:nvSpPr>
                <p:spPr>
                  <a:xfrm>
                    <a:off x="3442169" y="3429005"/>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21" name="Rectangle 420">
                    <a:extLst>
                      <a:ext uri="{FF2B5EF4-FFF2-40B4-BE49-F238E27FC236}">
                        <a16:creationId xmlns:a16="http://schemas.microsoft.com/office/drawing/2014/main" id="{61BF74E1-B9B6-1F1B-1784-D48668C3989D}"/>
                      </a:ext>
                    </a:extLst>
                  </p:cNvPr>
                  <p:cNvSpPr/>
                  <p:nvPr/>
                </p:nvSpPr>
                <p:spPr>
                  <a:xfrm>
                    <a:off x="3665751"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22" name="Rectangle 421">
                    <a:extLst>
                      <a:ext uri="{FF2B5EF4-FFF2-40B4-BE49-F238E27FC236}">
                        <a16:creationId xmlns:a16="http://schemas.microsoft.com/office/drawing/2014/main" id="{A4C98DC3-A592-6CD6-8775-A4E3840D719F}"/>
                      </a:ext>
                    </a:extLst>
                  </p:cNvPr>
                  <p:cNvSpPr/>
                  <p:nvPr/>
                </p:nvSpPr>
                <p:spPr>
                  <a:xfrm>
                    <a:off x="3878423" y="3429000"/>
                    <a:ext cx="212672" cy="225587"/>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414" name="Rectangle 413">
                  <a:extLst>
                    <a:ext uri="{FF2B5EF4-FFF2-40B4-BE49-F238E27FC236}">
                      <a16:creationId xmlns:a16="http://schemas.microsoft.com/office/drawing/2014/main" id="{52679190-868B-C648-4CAD-7F6A679032DE}"/>
                    </a:ext>
                  </a:extLst>
                </p:cNvPr>
                <p:cNvSpPr/>
                <p:nvPr/>
              </p:nvSpPr>
              <p:spPr>
                <a:xfrm rot="5400000">
                  <a:off x="2521825" y="5599634"/>
                  <a:ext cx="120030" cy="127319"/>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grpSp>
        <p:sp>
          <p:nvSpPr>
            <p:cNvPr id="120" name="TextBox 119">
              <a:extLst>
                <a:ext uri="{FF2B5EF4-FFF2-40B4-BE49-F238E27FC236}">
                  <a16:creationId xmlns:a16="http://schemas.microsoft.com/office/drawing/2014/main" id="{34CF210A-A211-0448-CFD5-F7C7A25CF25F}"/>
                </a:ext>
              </a:extLst>
            </p:cNvPr>
            <p:cNvSpPr txBox="1"/>
            <p:nvPr/>
          </p:nvSpPr>
          <p:spPr>
            <a:xfrm>
              <a:off x="4150774" y="3030282"/>
              <a:ext cx="704039" cy="246221"/>
            </a:xfrm>
            <a:prstGeom prst="rect">
              <a:avLst/>
            </a:prstGeom>
            <a:noFill/>
          </p:spPr>
          <p:txBody>
            <a:bodyPr wrap="none" rtlCol="0">
              <a:spAutoFit/>
            </a:bodyPr>
            <a:lstStyle/>
            <a:p>
              <a:r>
                <a:rPr lang="en-US" sz="1000" b="1">
                  <a:solidFill>
                    <a:schemeClr val="bg1"/>
                  </a:solidFill>
                  <a:latin typeface="Arial" pitchFamily="34" charset="0"/>
                  <a:cs typeface="Arial" pitchFamily="34" charset="0"/>
                </a:rPr>
                <a:t>1D Conv</a:t>
              </a:r>
            </a:p>
          </p:txBody>
        </p:sp>
        <p:cxnSp>
          <p:nvCxnSpPr>
            <p:cNvPr id="823" name="Straight Arrow Connector 822">
              <a:extLst>
                <a:ext uri="{FF2B5EF4-FFF2-40B4-BE49-F238E27FC236}">
                  <a16:creationId xmlns:a16="http://schemas.microsoft.com/office/drawing/2014/main" id="{2FC330C9-18E7-1C83-D8C9-218EDCDCBCF8}"/>
                </a:ext>
              </a:extLst>
            </p:cNvPr>
            <p:cNvCxnSpPr/>
            <p:nvPr/>
          </p:nvCxnSpPr>
          <p:spPr>
            <a:xfrm>
              <a:off x="4842113" y="3129038"/>
              <a:ext cx="0" cy="554473"/>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sp>
        <p:nvSpPr>
          <p:cNvPr id="824" name="TextBox 823">
            <a:extLst>
              <a:ext uri="{FF2B5EF4-FFF2-40B4-BE49-F238E27FC236}">
                <a16:creationId xmlns:a16="http://schemas.microsoft.com/office/drawing/2014/main" id="{4E4EA511-904C-3DAF-6687-7CDFF65DF659}"/>
              </a:ext>
            </a:extLst>
          </p:cNvPr>
          <p:cNvSpPr txBox="1"/>
          <p:nvPr/>
        </p:nvSpPr>
        <p:spPr>
          <a:xfrm>
            <a:off x="2870940" y="4442767"/>
            <a:ext cx="704039" cy="246221"/>
          </a:xfrm>
          <a:prstGeom prst="rect">
            <a:avLst/>
          </a:prstGeom>
          <a:noFill/>
        </p:spPr>
        <p:txBody>
          <a:bodyPr wrap="none" rtlCol="0">
            <a:spAutoFit/>
          </a:bodyPr>
          <a:lstStyle/>
          <a:p>
            <a:r>
              <a:rPr lang="en-US" sz="1000" b="1">
                <a:solidFill>
                  <a:schemeClr val="bg1"/>
                </a:solidFill>
                <a:latin typeface="Arial" pitchFamily="34" charset="0"/>
                <a:cs typeface="Arial" pitchFamily="34" charset="0"/>
              </a:rPr>
              <a:t>1D Conv</a:t>
            </a:r>
          </a:p>
        </p:txBody>
      </p:sp>
      <p:cxnSp>
        <p:nvCxnSpPr>
          <p:cNvPr id="829" name="Straight Arrow Connector 828">
            <a:extLst>
              <a:ext uri="{FF2B5EF4-FFF2-40B4-BE49-F238E27FC236}">
                <a16:creationId xmlns:a16="http://schemas.microsoft.com/office/drawing/2014/main" id="{489438A1-FFD0-4F2A-FAA7-31BFB62F0DDC}"/>
              </a:ext>
            </a:extLst>
          </p:cNvPr>
          <p:cNvCxnSpPr>
            <a:cxnSpLocks/>
          </p:cNvCxnSpPr>
          <p:nvPr/>
        </p:nvCxnSpPr>
        <p:spPr>
          <a:xfrm>
            <a:off x="2934527" y="4676535"/>
            <a:ext cx="597527" cy="4485"/>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3622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7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0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0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9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9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9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8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7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80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9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
                                        </p:tgtEl>
                                        <p:attrNameLst>
                                          <p:attrName>style.visibility</p:attrName>
                                        </p:attrNameLst>
                                      </p:cBhvr>
                                      <p:to>
                                        <p:strVal val="visible"/>
                                      </p:to>
                                    </p:set>
                                  </p:childTnLst>
                                </p:cTn>
                              </p:par>
                            </p:childTnLst>
                          </p:cTn>
                        </p:par>
                        <p:par>
                          <p:cTn id="57" fill="hold">
                            <p:stCondLst>
                              <p:cond delay="0"/>
                            </p:stCondLst>
                            <p:childTnLst>
                              <p:par>
                                <p:cTn id="58" presetID="1" presetClass="entr" presetSubtype="0" fill="hold" grpId="0" nodeType="afterEffect">
                                  <p:stCondLst>
                                    <p:cond delay="0"/>
                                  </p:stCondLst>
                                  <p:childTnLst>
                                    <p:set>
                                      <p:cBhvr>
                                        <p:cTn id="59" dur="1" fill="hold">
                                          <p:stCondLst>
                                            <p:cond delay="0"/>
                                          </p:stCondLst>
                                        </p:cTn>
                                        <p:tgtEl>
                                          <p:spTgt spid="9"/>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807"/>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8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P spid="42" grpId="0"/>
      <p:bldP spid="798" grpId="0"/>
      <p:bldP spid="803" grpId="0"/>
      <p:bldP spid="80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4BB9D6-C46D-5F45-1443-722AF9FC57BA}"/>
              </a:ext>
            </a:extLst>
          </p:cNvPr>
          <p:cNvGrpSpPr/>
          <p:nvPr/>
        </p:nvGrpSpPr>
        <p:grpSpPr>
          <a:xfrm>
            <a:off x="2558540" y="4644423"/>
            <a:ext cx="1428206" cy="1358537"/>
            <a:chOff x="2346960" y="3287486"/>
            <a:chExt cx="2499360" cy="2377440"/>
          </a:xfrm>
        </p:grpSpPr>
        <p:pic>
          <p:nvPicPr>
            <p:cNvPr id="10" name="Graphic 9">
              <a:extLst>
                <a:ext uri="{FF2B5EF4-FFF2-40B4-BE49-F238E27FC236}">
                  <a16:creationId xmlns:a16="http://schemas.microsoft.com/office/drawing/2014/main" id="{DC21555B-2831-8DFA-FFD7-D7D52A9D0005}"/>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31583" t="18762" r="26285" b="24956"/>
            <a:stretch/>
          </p:blipFill>
          <p:spPr>
            <a:xfrm>
              <a:off x="2468880" y="3309096"/>
              <a:ext cx="2377440" cy="2355830"/>
            </a:xfrm>
            <a:prstGeom prst="rect">
              <a:avLst/>
            </a:prstGeom>
          </p:spPr>
        </p:pic>
        <p:sp>
          <p:nvSpPr>
            <p:cNvPr id="11" name="Rectangle 10">
              <a:extLst>
                <a:ext uri="{FF2B5EF4-FFF2-40B4-BE49-F238E27FC236}">
                  <a16:creationId xmlns:a16="http://schemas.microsoft.com/office/drawing/2014/main" id="{E50C11CD-4C61-4822-67B9-5DC209EB29A1}"/>
                </a:ext>
              </a:extLst>
            </p:cNvPr>
            <p:cNvSpPr/>
            <p:nvPr/>
          </p:nvSpPr>
          <p:spPr>
            <a:xfrm>
              <a:off x="2346960" y="3287486"/>
              <a:ext cx="370114" cy="4559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2" name="Title 1">
            <a:extLst>
              <a:ext uri="{FF2B5EF4-FFF2-40B4-BE49-F238E27FC236}">
                <a16:creationId xmlns:a16="http://schemas.microsoft.com/office/drawing/2014/main" id="{E455A333-2A12-B055-047F-85341A77A507}"/>
              </a:ext>
            </a:extLst>
          </p:cNvPr>
          <p:cNvSpPr>
            <a:spLocks noGrp="1"/>
          </p:cNvSpPr>
          <p:nvPr>
            <p:ph type="title"/>
          </p:nvPr>
        </p:nvSpPr>
        <p:spPr/>
        <p:txBody>
          <a:bodyPr/>
          <a:lstStyle/>
          <a:p>
            <a:r>
              <a:rPr lang="en-US"/>
              <a:t>AI-Enabled Pattern Reconstruction – </a:t>
            </a:r>
            <a:r>
              <a:rPr lang="en-US" i="1"/>
              <a:t>Feature Loss Autoencoder</a:t>
            </a:r>
          </a:p>
        </p:txBody>
      </p:sp>
      <p:sp>
        <p:nvSpPr>
          <p:cNvPr id="3" name="Content Placeholder 2">
            <a:extLst>
              <a:ext uri="{FF2B5EF4-FFF2-40B4-BE49-F238E27FC236}">
                <a16:creationId xmlns:a16="http://schemas.microsoft.com/office/drawing/2014/main" id="{5B547835-BF8F-00D9-BBA1-C873D74BAFBC}"/>
              </a:ext>
            </a:extLst>
          </p:cNvPr>
          <p:cNvSpPr>
            <a:spLocks noGrp="1"/>
          </p:cNvSpPr>
          <p:nvPr>
            <p:ph idx="1"/>
          </p:nvPr>
        </p:nvSpPr>
        <p:spPr>
          <a:xfrm>
            <a:off x="304799" y="1273628"/>
            <a:ext cx="9853211" cy="4648200"/>
          </a:xfrm>
        </p:spPr>
        <p:txBody>
          <a:bodyPr vert="horz" lIns="91440" tIns="45720" rIns="91440" bIns="45720" rtlCol="0" anchor="t">
            <a:noAutofit/>
          </a:bodyPr>
          <a:lstStyle/>
          <a:p>
            <a:pPr marL="0" indent="0">
              <a:buNone/>
            </a:pPr>
            <a:r>
              <a:rPr lang="en-US">
                <a:latin typeface="+mn-lt"/>
                <a:cs typeface="Arial"/>
              </a:rPr>
              <a:t> Custom-trained auto-encoder for (perceptual) feature-based loss</a:t>
            </a:r>
            <a:endParaRPr lang="en-US"/>
          </a:p>
          <a:p>
            <a:pPr marL="1145540" lvl="2" indent="-228600">
              <a:lnSpc>
                <a:spcPct val="100000"/>
              </a:lnSpc>
            </a:pPr>
            <a:r>
              <a:rPr lang="en-US" sz="2000">
                <a:latin typeface="Arial"/>
                <a:cs typeface="Arial"/>
              </a:rPr>
              <a:t>Perceptual loss captures antenna specific features</a:t>
            </a:r>
          </a:p>
          <a:p>
            <a:pPr marL="1145540" lvl="2" indent="-228600">
              <a:lnSpc>
                <a:spcPct val="100000"/>
              </a:lnSpc>
            </a:pPr>
            <a:r>
              <a:rPr lang="en-US" sz="2000">
                <a:latin typeface="Arial"/>
                <a:cs typeface="Arial"/>
              </a:rPr>
              <a:t>Bottleneck activations serve as the semantic representation</a:t>
            </a:r>
          </a:p>
          <a:p>
            <a:pPr marL="1145540" lvl="2" indent="-228600">
              <a:lnSpc>
                <a:spcPct val="100000"/>
              </a:lnSpc>
            </a:pPr>
            <a:r>
              <a:rPr lang="en-US" sz="2000">
                <a:latin typeface="Arial"/>
                <a:cs typeface="Arial"/>
              </a:rPr>
              <a:t>Comparing activations at the </a:t>
            </a:r>
            <a:r>
              <a:rPr lang="en-US" sz="2000" b="1">
                <a:latin typeface="Arial"/>
                <a:cs typeface="Arial"/>
              </a:rPr>
              <a:t>bottleneck</a:t>
            </a:r>
            <a:r>
              <a:rPr lang="en-US" sz="2000">
                <a:latin typeface="Arial"/>
                <a:cs typeface="Arial"/>
              </a:rPr>
              <a:t> will guide us toward a more perceptually similar generated pattern.</a:t>
            </a:r>
          </a:p>
        </p:txBody>
      </p:sp>
      <p:sp>
        <p:nvSpPr>
          <p:cNvPr id="9" name="TextBox 8">
            <a:extLst>
              <a:ext uri="{FF2B5EF4-FFF2-40B4-BE49-F238E27FC236}">
                <a16:creationId xmlns:a16="http://schemas.microsoft.com/office/drawing/2014/main" id="{BFB48DB3-609B-74CA-87C1-D8874E6C6DE4}"/>
              </a:ext>
            </a:extLst>
          </p:cNvPr>
          <p:cNvSpPr txBox="1"/>
          <p:nvPr/>
        </p:nvSpPr>
        <p:spPr>
          <a:xfrm>
            <a:off x="71965" y="6151064"/>
            <a:ext cx="11277599" cy="430887"/>
          </a:xfrm>
          <a:prstGeom prst="rect">
            <a:avLst/>
          </a:prstGeom>
          <a:noFill/>
        </p:spPr>
        <p:txBody>
          <a:bodyPr wrap="square" lIns="91440" tIns="45720" rIns="91440" bIns="45720" anchor="t">
            <a:spAutoFit/>
          </a:bodyPr>
          <a:lstStyle/>
          <a:p>
            <a:endParaRPr lang="en-US" sz="1100" b="0" i="0" u="none" strike="noStrike" baseline="0">
              <a:solidFill>
                <a:srgbClr val="000000"/>
              </a:solidFill>
              <a:latin typeface="+mj-lt"/>
              <a:cs typeface="Arial"/>
            </a:endParaRPr>
          </a:p>
          <a:p>
            <a:r>
              <a:rPr lang="en-US" sz="1100">
                <a:solidFill>
                  <a:srgbClr val="000000"/>
                </a:solidFill>
                <a:latin typeface="+mj-lt"/>
              </a:rPr>
              <a:t>[1] </a:t>
            </a:r>
            <a:r>
              <a:rPr lang="en-US" sz="1100" b="0" i="0" u="none" strike="noStrike" baseline="0">
                <a:solidFill>
                  <a:srgbClr val="000000"/>
                </a:solidFill>
                <a:latin typeface="+mj-lt"/>
                <a:hlinkClick r:id="rId3"/>
              </a:rPr>
              <a:t>https://medium.com/@birla.deepak26/autoencoders-76bb49ae6a8f</a:t>
            </a:r>
            <a:r>
              <a:rPr lang="en-US" sz="1100">
                <a:solidFill>
                  <a:srgbClr val="000000"/>
                </a:solidFill>
                <a:latin typeface="+mj-lt"/>
              </a:rPr>
              <a:t> </a:t>
            </a:r>
            <a:endParaRPr lang="en-US" sz="1100" b="0" i="0" u="none" strike="noStrike" baseline="0">
              <a:solidFill>
                <a:srgbClr val="000000"/>
              </a:solidFill>
              <a:latin typeface="+mj-lt"/>
              <a:cs typeface="Arial"/>
            </a:endParaRPr>
          </a:p>
        </p:txBody>
      </p:sp>
      <p:grpSp>
        <p:nvGrpSpPr>
          <p:cNvPr id="4" name="Group 3">
            <a:extLst>
              <a:ext uri="{FF2B5EF4-FFF2-40B4-BE49-F238E27FC236}">
                <a16:creationId xmlns:a16="http://schemas.microsoft.com/office/drawing/2014/main" id="{2AEDD3A8-6752-FEBD-ADC6-A20A6EA05A3A}"/>
              </a:ext>
            </a:extLst>
          </p:cNvPr>
          <p:cNvGrpSpPr/>
          <p:nvPr/>
        </p:nvGrpSpPr>
        <p:grpSpPr>
          <a:xfrm>
            <a:off x="2644577" y="3220148"/>
            <a:ext cx="1342169" cy="1294234"/>
            <a:chOff x="9764917" y="3073902"/>
            <a:chExt cx="2560320" cy="2468880"/>
          </a:xfrm>
        </p:grpSpPr>
        <p:pic>
          <p:nvPicPr>
            <p:cNvPr id="5" name="Graphic 4">
              <a:extLst>
                <a:ext uri="{FF2B5EF4-FFF2-40B4-BE49-F238E27FC236}">
                  <a16:creationId xmlns:a16="http://schemas.microsoft.com/office/drawing/2014/main" id="{5C246046-933A-7C1D-BB0D-44FDA49B6597}"/>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l="31471" t="18155" r="25677" b="26140"/>
            <a:stretch/>
          </p:blipFill>
          <p:spPr>
            <a:xfrm>
              <a:off x="9764917" y="3073902"/>
              <a:ext cx="2560320" cy="2468880"/>
            </a:xfrm>
            <a:prstGeom prst="rect">
              <a:avLst/>
            </a:prstGeom>
          </p:spPr>
        </p:pic>
        <p:sp>
          <p:nvSpPr>
            <p:cNvPr id="6" name="Rectangle 5">
              <a:extLst>
                <a:ext uri="{FF2B5EF4-FFF2-40B4-BE49-F238E27FC236}">
                  <a16:creationId xmlns:a16="http://schemas.microsoft.com/office/drawing/2014/main" id="{6C1EDC75-B3E9-7576-8430-ABC43D9136E3}"/>
                </a:ext>
              </a:extLst>
            </p:cNvPr>
            <p:cNvSpPr/>
            <p:nvPr/>
          </p:nvSpPr>
          <p:spPr>
            <a:xfrm>
              <a:off x="9767135" y="3237331"/>
              <a:ext cx="375082" cy="74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grpSp>
      <p:sp>
        <p:nvSpPr>
          <p:cNvPr id="7" name="TextBox 6">
            <a:extLst>
              <a:ext uri="{FF2B5EF4-FFF2-40B4-BE49-F238E27FC236}">
                <a16:creationId xmlns:a16="http://schemas.microsoft.com/office/drawing/2014/main" id="{D9BDE1DD-CBE3-09CA-690A-3EF42F8AF67C}"/>
              </a:ext>
            </a:extLst>
          </p:cNvPr>
          <p:cNvSpPr txBox="1"/>
          <p:nvPr/>
        </p:nvSpPr>
        <p:spPr>
          <a:xfrm>
            <a:off x="1407059" y="5225985"/>
            <a:ext cx="1237518" cy="307777"/>
          </a:xfrm>
          <a:prstGeom prst="rect">
            <a:avLst/>
          </a:prstGeom>
          <a:noFill/>
        </p:spPr>
        <p:txBody>
          <a:bodyPr wrap="none" rtlCol="0">
            <a:spAutoFit/>
          </a:bodyPr>
          <a:lstStyle/>
          <a:p>
            <a:r>
              <a:rPr lang="en-US" sz="1400">
                <a:latin typeface="Arial" pitchFamily="34" charset="0"/>
                <a:cs typeface="Arial" pitchFamily="34" charset="0"/>
              </a:rPr>
              <a:t>Ground Truth</a:t>
            </a:r>
          </a:p>
        </p:txBody>
      </p:sp>
      <p:pic>
        <p:nvPicPr>
          <p:cNvPr id="2050" name="Picture 2" descr="Basics of Autoencoders. Autoencoders (AE) are type of… | by Deepak Birla |  Medium">
            <a:extLst>
              <a:ext uri="{FF2B5EF4-FFF2-40B4-BE49-F238E27FC236}">
                <a16:creationId xmlns:a16="http://schemas.microsoft.com/office/drawing/2014/main" id="{46DCA6F3-EE78-9D00-4658-17879D3216E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363" r="3005"/>
          <a:stretch/>
        </p:blipFill>
        <p:spPr bwMode="auto">
          <a:xfrm>
            <a:off x="4814060" y="3219685"/>
            <a:ext cx="4663440" cy="2702143"/>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Connector: Elbow 13">
            <a:extLst>
              <a:ext uri="{FF2B5EF4-FFF2-40B4-BE49-F238E27FC236}">
                <a16:creationId xmlns:a16="http://schemas.microsoft.com/office/drawing/2014/main" id="{47351DAA-4164-57C6-6A24-2A48D4A3EF4F}"/>
              </a:ext>
            </a:extLst>
          </p:cNvPr>
          <p:cNvCxnSpPr>
            <a:cxnSpLocks/>
            <a:endCxn id="2050" idx="1"/>
          </p:cNvCxnSpPr>
          <p:nvPr/>
        </p:nvCxnSpPr>
        <p:spPr>
          <a:xfrm>
            <a:off x="3986746" y="3867265"/>
            <a:ext cx="827314" cy="703492"/>
          </a:xfrm>
          <a:prstGeom prst="bentConnector3">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15" name="Connector: Elbow 14">
            <a:extLst>
              <a:ext uri="{FF2B5EF4-FFF2-40B4-BE49-F238E27FC236}">
                <a16:creationId xmlns:a16="http://schemas.microsoft.com/office/drawing/2014/main" id="{D94ED107-76F5-A234-F870-67F25F0532B2}"/>
              </a:ext>
            </a:extLst>
          </p:cNvPr>
          <p:cNvCxnSpPr>
            <a:cxnSpLocks/>
            <a:endCxn id="2050" idx="1"/>
          </p:cNvCxnSpPr>
          <p:nvPr/>
        </p:nvCxnSpPr>
        <p:spPr>
          <a:xfrm flipV="1">
            <a:off x="3986746" y="4570757"/>
            <a:ext cx="827314" cy="759109"/>
          </a:xfrm>
          <a:prstGeom prst="bentConnector3">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25" name="TextBox 24">
            <a:extLst>
              <a:ext uri="{FF2B5EF4-FFF2-40B4-BE49-F238E27FC236}">
                <a16:creationId xmlns:a16="http://schemas.microsoft.com/office/drawing/2014/main" id="{6397E17B-C140-865C-FD57-5307115EF9BC}"/>
              </a:ext>
            </a:extLst>
          </p:cNvPr>
          <p:cNvSpPr txBox="1"/>
          <p:nvPr/>
        </p:nvSpPr>
        <p:spPr>
          <a:xfrm>
            <a:off x="1544434" y="3753489"/>
            <a:ext cx="1029449" cy="307777"/>
          </a:xfrm>
          <a:prstGeom prst="rect">
            <a:avLst/>
          </a:prstGeom>
          <a:noFill/>
        </p:spPr>
        <p:txBody>
          <a:bodyPr wrap="none" rtlCol="0">
            <a:spAutoFit/>
          </a:bodyPr>
          <a:lstStyle/>
          <a:p>
            <a:r>
              <a:rPr lang="en-US" sz="1400">
                <a:latin typeface="Arial" pitchFamily="34" charset="0"/>
                <a:cs typeface="Arial" pitchFamily="34" charset="0"/>
              </a:rPr>
              <a:t>Generated</a:t>
            </a:r>
          </a:p>
        </p:txBody>
      </p:sp>
    </p:spTree>
    <p:extLst>
      <p:ext uri="{BB962C8B-B14F-4D97-AF65-F5344CB8AC3E}">
        <p14:creationId xmlns:p14="http://schemas.microsoft.com/office/powerpoint/2010/main" val="4052462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50"/>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P spid="7" grpId="0"/>
      <p:bldP spid="2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5A333-2A12-B055-047F-85341A77A507}"/>
              </a:ext>
            </a:extLst>
          </p:cNvPr>
          <p:cNvSpPr>
            <a:spLocks noGrp="1"/>
          </p:cNvSpPr>
          <p:nvPr>
            <p:ph type="title"/>
          </p:nvPr>
        </p:nvSpPr>
        <p:spPr/>
        <p:txBody>
          <a:bodyPr/>
          <a:lstStyle/>
          <a:p>
            <a:r>
              <a:rPr lang="en-US">
                <a:latin typeface="Arial"/>
                <a:cs typeface="Arial"/>
              </a:rPr>
              <a:t>Pattern Reconstruction Using AI: </a:t>
            </a:r>
            <a:r>
              <a:rPr lang="en-US" i="1">
                <a:latin typeface="Arial"/>
                <a:cs typeface="Arial"/>
              </a:rPr>
              <a:t>Simulation Data Results</a:t>
            </a:r>
            <a:endParaRPr lang="en-US">
              <a:latin typeface="Arial"/>
              <a:cs typeface="Arial"/>
            </a:endParaRPr>
          </a:p>
        </p:txBody>
      </p:sp>
      <p:pic>
        <p:nvPicPr>
          <p:cNvPr id="21" name="Picture 20" descr="A graph with blue lines and numbers&#10;&#10;Description automatically generated">
            <a:extLst>
              <a:ext uri="{FF2B5EF4-FFF2-40B4-BE49-F238E27FC236}">
                <a16:creationId xmlns:a16="http://schemas.microsoft.com/office/drawing/2014/main" id="{405B72EE-B05E-8CFF-AFBF-890BCECD6B7F}"/>
              </a:ext>
            </a:extLst>
          </p:cNvPr>
          <p:cNvPicPr>
            <a:picLocks noChangeAspect="1"/>
          </p:cNvPicPr>
          <p:nvPr/>
        </p:nvPicPr>
        <p:blipFill rotWithShape="1">
          <a:blip r:embed="rId3">
            <a:extLst>
              <a:ext uri="{28A0092B-C50C-407E-A947-70E740481C1C}">
                <a14:useLocalDpi xmlns:a14="http://schemas.microsoft.com/office/drawing/2010/main" val="0"/>
              </a:ext>
            </a:extLst>
          </a:blip>
          <a:srcRect l="9514" t="2628" r="8668" b="9182"/>
          <a:stretch/>
        </p:blipFill>
        <p:spPr>
          <a:xfrm>
            <a:off x="508428" y="1143000"/>
            <a:ext cx="2293619" cy="2472247"/>
          </a:xfrm>
          <a:prstGeom prst="rect">
            <a:avLst/>
          </a:prstGeom>
        </p:spPr>
      </p:pic>
      <p:pic>
        <p:nvPicPr>
          <p:cNvPr id="25" name="Picture 24" descr="A graph with blue lines and numbers&#10;&#10;Description automatically generated">
            <a:extLst>
              <a:ext uri="{FF2B5EF4-FFF2-40B4-BE49-F238E27FC236}">
                <a16:creationId xmlns:a16="http://schemas.microsoft.com/office/drawing/2014/main" id="{E783B0A6-E712-8740-775E-97FE6673889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5195" r="6038" b="10187"/>
          <a:stretch/>
        </p:blipFill>
        <p:spPr>
          <a:xfrm>
            <a:off x="457821" y="3696403"/>
            <a:ext cx="2353369" cy="2381100"/>
          </a:xfrm>
          <a:prstGeom prst="rect">
            <a:avLst/>
          </a:prstGeom>
        </p:spPr>
      </p:pic>
      <p:pic>
        <p:nvPicPr>
          <p:cNvPr id="7" name="Picture 16" descr="Figure contains 2 axes objects. Axes object 1 with title Predicted Pattern, xlabel Theta (degree), ylabel Phi (degree) contains an object of type surface. Axes object 2 with title Actual Pattern, xlabel Theta (degree), ylabel Phi (degree) contains an object of type surface.">
            <a:extLst>
              <a:ext uri="{FF2B5EF4-FFF2-40B4-BE49-F238E27FC236}">
                <a16:creationId xmlns:a16="http://schemas.microsoft.com/office/drawing/2014/main" id="{86C19095-D89B-2931-8797-4DC24C57BCB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591" t="7846" r="48120" b="8285"/>
          <a:stretch/>
        </p:blipFill>
        <p:spPr bwMode="auto">
          <a:xfrm>
            <a:off x="6445615" y="863948"/>
            <a:ext cx="2144036" cy="285190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a:extLst>
              <a:ext uri="{FF2B5EF4-FFF2-40B4-BE49-F238E27FC236}">
                <a16:creationId xmlns:a16="http://schemas.microsoft.com/office/drawing/2014/main" id="{5DFFB210-05CB-9648-585D-64E88F30DD5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2539" r="5130" b="5806"/>
          <a:stretch/>
        </p:blipFill>
        <p:spPr bwMode="auto">
          <a:xfrm>
            <a:off x="2895600" y="1241937"/>
            <a:ext cx="3513229" cy="301458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0">
            <a:extLst>
              <a:ext uri="{FF2B5EF4-FFF2-40B4-BE49-F238E27FC236}">
                <a16:creationId xmlns:a16="http://schemas.microsoft.com/office/drawing/2014/main" id="{A0AC2696-8F8E-5187-2891-0D3B32F18AB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7468" r="29829" b="23496"/>
          <a:stretch/>
        </p:blipFill>
        <p:spPr bwMode="auto">
          <a:xfrm>
            <a:off x="3210507" y="3817042"/>
            <a:ext cx="2248942" cy="244843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6" descr="Figure contains 2 axes objects. Axes object 1 with title Predicted Pattern, xlabel Theta (degree), ylabel Phi (degree) contains an object of type surface. Axes object 2 with title Actual Pattern, xlabel Theta (degree), ylabel Phi (degree) contains an object of type surface.">
            <a:extLst>
              <a:ext uri="{FF2B5EF4-FFF2-40B4-BE49-F238E27FC236}">
                <a16:creationId xmlns:a16="http://schemas.microsoft.com/office/drawing/2014/main" id="{FD868EF6-70F6-0182-7D68-D71EA1DD5A6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1817" t="7846" b="8285"/>
          <a:stretch/>
        </p:blipFill>
        <p:spPr bwMode="auto">
          <a:xfrm>
            <a:off x="6493239" y="3548898"/>
            <a:ext cx="2184569" cy="2851902"/>
          </a:xfrm>
          <a:prstGeom prst="rect">
            <a:avLst/>
          </a:prstGeom>
          <a:noFill/>
          <a:extLst>
            <a:ext uri="{909E8E84-426E-40DD-AFC4-6F175D3DCCD1}">
              <a14:hiddenFill xmlns:a14="http://schemas.microsoft.com/office/drawing/2010/main">
                <a:solidFill>
                  <a:srgbClr val="FFFFFF"/>
                </a:solidFill>
              </a14:hiddenFill>
            </a:ext>
          </a:extLst>
        </p:spPr>
      </p:pic>
      <p:pic>
        <p:nvPicPr>
          <p:cNvPr id="27" name="Graphic 26">
            <a:extLst>
              <a:ext uri="{FF2B5EF4-FFF2-40B4-BE49-F238E27FC236}">
                <a16:creationId xmlns:a16="http://schemas.microsoft.com/office/drawing/2014/main" id="{18281E93-CFA1-F3AF-C84E-645E884FF3AE}"/>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8"/>
              </a:ext>
            </a:extLst>
          </a:blip>
          <a:srcRect l="21060" r="28489"/>
          <a:stretch/>
        </p:blipFill>
        <p:spPr>
          <a:xfrm>
            <a:off x="8855239" y="1592121"/>
            <a:ext cx="2918709" cy="4307713"/>
          </a:xfrm>
          <a:prstGeom prst="rect">
            <a:avLst/>
          </a:prstGeom>
        </p:spPr>
      </p:pic>
      <p:sp>
        <p:nvSpPr>
          <p:cNvPr id="13" name="Content Placeholder 2">
            <a:extLst>
              <a:ext uri="{FF2B5EF4-FFF2-40B4-BE49-F238E27FC236}">
                <a16:creationId xmlns:a16="http://schemas.microsoft.com/office/drawing/2014/main" id="{D092BF27-E6D9-E662-F7F8-F4C3854EED3C}"/>
              </a:ext>
            </a:extLst>
          </p:cNvPr>
          <p:cNvSpPr txBox="1">
            <a:spLocks/>
          </p:cNvSpPr>
          <p:nvPr/>
        </p:nvSpPr>
        <p:spPr>
          <a:xfrm>
            <a:off x="0" y="6234764"/>
            <a:ext cx="11457270" cy="623236"/>
          </a:xfrm>
          <a:prstGeom prst="rect">
            <a:avLst/>
          </a:prstGeom>
        </p:spPr>
        <p:txBody>
          <a:bodyPr vert="horz" lIns="91440" tIns="45720" rIns="91440" bIns="45720" rtlCol="0" anchor="t">
            <a:noAutofit/>
          </a:bodyPr>
          <a:lstStyle>
            <a:lvl1pPr marL="343755" indent="-343755" algn="l" defTabSz="916680" rtl="0" eaLnBrk="1" latinLnBrk="0" hangingPunct="1">
              <a:spcBef>
                <a:spcPct val="20000"/>
              </a:spcBef>
              <a:buClr>
                <a:schemeClr val="tx2"/>
              </a:buClr>
              <a:buSzPct val="75000"/>
              <a:buFont typeface="Wingdings" pitchFamily="2" charset="2"/>
              <a:buChar char="§"/>
              <a:defRPr sz="2400" kern="1200">
                <a:solidFill>
                  <a:schemeClr val="tx1"/>
                </a:solidFill>
                <a:latin typeface="Arial" pitchFamily="34" charset="0"/>
                <a:ea typeface="+mn-ea"/>
                <a:cs typeface="Arial" pitchFamily="34" charset="0"/>
              </a:defRPr>
            </a:lvl1pPr>
            <a:lvl2pPr marL="744802" indent="-286462" algn="l" defTabSz="916680" rtl="0" eaLnBrk="1" latinLnBrk="0" hangingPunct="1">
              <a:lnSpc>
                <a:spcPct val="105000"/>
              </a:lnSpc>
              <a:spcBef>
                <a:spcPct val="20000"/>
              </a:spcBef>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1145850" indent="-229170" algn="l" defTabSz="916680" rtl="0" eaLnBrk="1" latinLnBrk="0" hangingPunct="1">
              <a:lnSpc>
                <a:spcPct val="105000"/>
              </a:lnSpc>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190" indent="-229170" algn="l" defTabSz="916680" rtl="0" eaLnBrk="1" latinLnBrk="0" hangingPunct="1">
              <a:lnSpc>
                <a:spcPct val="105000"/>
              </a:lnSpc>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31" indent="-229170" algn="l" defTabSz="916680" rtl="0" eaLnBrk="1" latinLnBrk="0" hangingPunct="1">
              <a:lnSpc>
                <a:spcPct val="105000"/>
              </a:lnSpc>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7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1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5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89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9pPr>
          </a:lstStyle>
          <a:p>
            <a:pPr marL="343535" indent="-343535">
              <a:buNone/>
            </a:pPr>
            <a:r>
              <a:rPr lang="en-US" sz="1600">
                <a:latin typeface="Arial"/>
                <a:cs typeface="Arial"/>
              </a:rPr>
              <a:t>Reconstruct 3-D Antenna Pattern from 2-D Slices Using Deep Learning</a:t>
            </a:r>
            <a:endParaRPr lang="en-US" sz="1600"/>
          </a:p>
          <a:p>
            <a:pPr marL="343535" indent="-343535">
              <a:buNone/>
            </a:pPr>
            <a:r>
              <a:rPr lang="en-US" sz="1600" dirty="0">
                <a:latin typeface="Arial"/>
                <a:cs typeface="Arial"/>
                <a:hlinkClick r:id="rId9"/>
              </a:rPr>
              <a:t>https://www.mathworks.com/help/antenna/ug/reconstruct-3d-pattern-from-2d-slices-using-deep-learning.html</a:t>
            </a:r>
            <a:endParaRPr lang="en-US" sz="1600" dirty="0">
              <a:latin typeface="Arial"/>
              <a:cs typeface="Arial"/>
            </a:endParaRPr>
          </a:p>
        </p:txBody>
      </p:sp>
    </p:spTree>
    <p:extLst>
      <p:ext uri="{BB962C8B-B14F-4D97-AF65-F5344CB8AC3E}">
        <p14:creationId xmlns:p14="http://schemas.microsoft.com/office/powerpoint/2010/main" val="3477293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0A27-3105-DF1A-CB54-1DE55F5A1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4E11A6-87F7-7F8C-645B-B28B82F4CEA6}"/>
              </a:ext>
            </a:extLst>
          </p:cNvPr>
          <p:cNvSpPr>
            <a:spLocks noGrp="1"/>
          </p:cNvSpPr>
          <p:nvPr>
            <p:ph type="title"/>
          </p:nvPr>
        </p:nvSpPr>
        <p:spPr>
          <a:xfrm>
            <a:off x="609602" y="457200"/>
            <a:ext cx="11448714" cy="990600"/>
          </a:xfrm>
        </p:spPr>
        <p:txBody>
          <a:bodyPr/>
          <a:lstStyle/>
          <a:p>
            <a:r>
              <a:rPr lang="en-US"/>
              <a:t>Pattern Reconstruction Using AI: </a:t>
            </a:r>
            <a:r>
              <a:rPr lang="en-US" i="1"/>
              <a:t>Measured Data Results</a:t>
            </a:r>
            <a:br>
              <a:rPr lang="en-US" i="1"/>
            </a:br>
            <a:r>
              <a:rPr lang="en-US" sz="2000" i="1"/>
              <a:t>Collaboration with </a:t>
            </a:r>
            <a:r>
              <a:rPr lang="en-US" sz="2000" i="1" err="1"/>
              <a:t>Rohde&amp;Schwarz</a:t>
            </a:r>
            <a:endParaRPr lang="LID4096" i="1"/>
          </a:p>
        </p:txBody>
      </p:sp>
      <p:sp>
        <p:nvSpPr>
          <p:cNvPr id="3" name="Content Placeholder 2">
            <a:extLst>
              <a:ext uri="{FF2B5EF4-FFF2-40B4-BE49-F238E27FC236}">
                <a16:creationId xmlns:a16="http://schemas.microsoft.com/office/drawing/2014/main" id="{7AF0591A-3361-6EB0-0DCD-D0BB99FF23A5}"/>
              </a:ext>
            </a:extLst>
          </p:cNvPr>
          <p:cNvSpPr>
            <a:spLocks noGrp="1"/>
          </p:cNvSpPr>
          <p:nvPr>
            <p:ph idx="1"/>
          </p:nvPr>
        </p:nvSpPr>
        <p:spPr>
          <a:xfrm>
            <a:off x="609601" y="1600200"/>
            <a:ext cx="11582399" cy="4648200"/>
          </a:xfrm>
        </p:spPr>
        <p:txBody>
          <a:bodyPr/>
          <a:lstStyle/>
          <a:p>
            <a:r>
              <a:rPr lang="en-US" sz="2000"/>
              <a:t>Unique commercial AI-based model to reconstruct diverse antenna pattern types</a:t>
            </a:r>
          </a:p>
          <a:p>
            <a:r>
              <a:rPr lang="en-US" sz="2000"/>
              <a:t>Reconstruct 3D pattern from sparse data (~ </a:t>
            </a:r>
            <a:r>
              <a:rPr lang="en-US" sz="2000" b="1"/>
              <a:t>1% </a:t>
            </a:r>
            <a:r>
              <a:rPr lang="en-US" sz="2000"/>
              <a:t>of full pattern data) with low RMSE and high SSIM</a:t>
            </a:r>
          </a:p>
          <a:p>
            <a:r>
              <a:rPr lang="en-US" sz="2000"/>
              <a:t>Small model size – </a:t>
            </a:r>
            <a:r>
              <a:rPr lang="en-US" sz="2000" b="1"/>
              <a:t>30 MB</a:t>
            </a:r>
          </a:p>
          <a:p>
            <a:r>
              <a:rPr lang="en-US" sz="2000"/>
              <a:t>Fast inference times of ~ &lt;= </a:t>
            </a:r>
            <a:r>
              <a:rPr lang="en-US" sz="2000" b="1"/>
              <a:t>1sec</a:t>
            </a:r>
          </a:p>
          <a:p>
            <a:endParaRPr lang="LID4096"/>
          </a:p>
        </p:txBody>
      </p:sp>
      <p:pic>
        <p:nvPicPr>
          <p:cNvPr id="5" name="Picture 4" descr="A graph of a radio wave&#10;&#10;Description automatically generated with medium confidence">
            <a:extLst>
              <a:ext uri="{FF2B5EF4-FFF2-40B4-BE49-F238E27FC236}">
                <a16:creationId xmlns:a16="http://schemas.microsoft.com/office/drawing/2014/main" id="{ACA86C89-987A-9DA1-E158-8521A9900301}"/>
              </a:ext>
            </a:extLst>
          </p:cNvPr>
          <p:cNvPicPr>
            <a:picLocks noChangeAspect="1"/>
          </p:cNvPicPr>
          <p:nvPr/>
        </p:nvPicPr>
        <p:blipFill>
          <a:blip r:embed="rId3" cstate="print">
            <a:extLst>
              <a:ext uri="{28A0092B-C50C-407E-A947-70E740481C1C}">
                <a14:useLocalDpi xmlns:a14="http://schemas.microsoft.com/office/drawing/2010/main" val="0"/>
              </a:ext>
            </a:extLst>
          </a:blip>
          <a:srcRect l="6256" t="1845" r="6158" b="4313"/>
          <a:stretch/>
        </p:blipFill>
        <p:spPr>
          <a:xfrm>
            <a:off x="609601" y="3336115"/>
            <a:ext cx="2471427" cy="2647958"/>
          </a:xfrm>
          <a:prstGeom prst="rect">
            <a:avLst/>
          </a:prstGeom>
        </p:spPr>
      </p:pic>
      <p:pic>
        <p:nvPicPr>
          <p:cNvPr id="6" name="Picture 5" descr="A graph of different angles&#10;&#10;Description automatically generated with medium confidence">
            <a:extLst>
              <a:ext uri="{FF2B5EF4-FFF2-40B4-BE49-F238E27FC236}">
                <a16:creationId xmlns:a16="http://schemas.microsoft.com/office/drawing/2014/main" id="{06927397-127C-3FF6-5778-E585578C8A7A}"/>
              </a:ext>
            </a:extLst>
          </p:cNvPr>
          <p:cNvPicPr>
            <a:picLocks noChangeAspect="1"/>
          </p:cNvPicPr>
          <p:nvPr/>
        </p:nvPicPr>
        <p:blipFill>
          <a:blip r:embed="rId4" cstate="print">
            <a:extLst>
              <a:ext uri="{28A0092B-C50C-407E-A947-70E740481C1C}">
                <a14:useLocalDpi xmlns:a14="http://schemas.microsoft.com/office/drawing/2010/main" val="0"/>
              </a:ext>
            </a:extLst>
          </a:blip>
          <a:srcRect l="6658" t="1970" r="6656" b="4313"/>
          <a:stretch/>
        </p:blipFill>
        <p:spPr>
          <a:xfrm>
            <a:off x="3372962" y="3336115"/>
            <a:ext cx="2449361" cy="2647958"/>
          </a:xfrm>
          <a:prstGeom prst="rect">
            <a:avLst/>
          </a:prstGeom>
        </p:spPr>
      </p:pic>
      <p:pic>
        <p:nvPicPr>
          <p:cNvPr id="7" name="Picture 6" descr="A graph of different types of graphs&#10;&#10;Description automatically generated with medium confidence">
            <a:extLst>
              <a:ext uri="{FF2B5EF4-FFF2-40B4-BE49-F238E27FC236}">
                <a16:creationId xmlns:a16="http://schemas.microsoft.com/office/drawing/2014/main" id="{29F05D8C-8610-BB2C-6A6B-34D5131602F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75350" y="3216159"/>
            <a:ext cx="5709543" cy="2903838"/>
          </a:xfrm>
          <a:prstGeom prst="rect">
            <a:avLst/>
          </a:prstGeom>
        </p:spPr>
      </p:pic>
      <p:sp>
        <p:nvSpPr>
          <p:cNvPr id="4" name="Content Placeholder 2">
            <a:extLst>
              <a:ext uri="{FF2B5EF4-FFF2-40B4-BE49-F238E27FC236}">
                <a16:creationId xmlns:a16="http://schemas.microsoft.com/office/drawing/2014/main" id="{36759C3E-0C16-B20C-C90D-4E9FD51A5618}"/>
              </a:ext>
            </a:extLst>
          </p:cNvPr>
          <p:cNvSpPr txBox="1">
            <a:spLocks/>
          </p:cNvSpPr>
          <p:nvPr/>
        </p:nvSpPr>
        <p:spPr>
          <a:xfrm>
            <a:off x="33936" y="6209389"/>
            <a:ext cx="11457270" cy="292607"/>
          </a:xfrm>
          <a:prstGeom prst="rect">
            <a:avLst/>
          </a:prstGeom>
        </p:spPr>
        <p:txBody>
          <a:bodyPr vert="horz" lIns="91440" tIns="45720" rIns="91440" bIns="45720" rtlCol="0">
            <a:noAutofit/>
          </a:bodyPr>
          <a:lstStyle>
            <a:lvl1pPr marL="343755" indent="-343755" algn="l" defTabSz="916680" rtl="0" eaLnBrk="1" latinLnBrk="0" hangingPunct="1">
              <a:spcBef>
                <a:spcPct val="20000"/>
              </a:spcBef>
              <a:buClr>
                <a:schemeClr val="tx2"/>
              </a:buClr>
              <a:buSzPct val="75000"/>
              <a:buFont typeface="Wingdings" pitchFamily="2" charset="2"/>
              <a:buChar char="§"/>
              <a:defRPr sz="2400" kern="1200">
                <a:solidFill>
                  <a:schemeClr val="tx1"/>
                </a:solidFill>
                <a:latin typeface="Arial" pitchFamily="34" charset="0"/>
                <a:ea typeface="+mn-ea"/>
                <a:cs typeface="Arial" pitchFamily="34" charset="0"/>
              </a:defRPr>
            </a:lvl1pPr>
            <a:lvl2pPr marL="744802" indent="-286462" algn="l" defTabSz="916680" rtl="0" eaLnBrk="1" latinLnBrk="0" hangingPunct="1">
              <a:lnSpc>
                <a:spcPct val="105000"/>
              </a:lnSpc>
              <a:spcBef>
                <a:spcPct val="20000"/>
              </a:spcBef>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1145850" indent="-229170" algn="l" defTabSz="916680" rtl="0" eaLnBrk="1" latinLnBrk="0" hangingPunct="1">
              <a:lnSpc>
                <a:spcPct val="105000"/>
              </a:lnSpc>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190" indent="-229170" algn="l" defTabSz="916680" rtl="0" eaLnBrk="1" latinLnBrk="0" hangingPunct="1">
              <a:lnSpc>
                <a:spcPct val="105000"/>
              </a:lnSpc>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31" indent="-229170" algn="l" defTabSz="916680" rtl="0" eaLnBrk="1" latinLnBrk="0" hangingPunct="1">
              <a:lnSpc>
                <a:spcPct val="105000"/>
              </a:lnSpc>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7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1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5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89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9pPr>
          </a:lstStyle>
          <a:p>
            <a:pPr marL="0" lvl="1" indent="0">
              <a:buNone/>
            </a:pPr>
            <a:r>
              <a:rPr lang="en-US" sz="1600" err="1"/>
              <a:t>Rohde&amp;Schwarz</a:t>
            </a:r>
            <a:r>
              <a:rPr lang="en-US" sz="1600"/>
              <a:t> Test Forum video: </a:t>
            </a:r>
            <a:r>
              <a:rPr lang="en-US" sz="1600">
                <a:hlinkClick r:id="rId6"/>
              </a:rPr>
              <a:t>Accelerating antenna pattern analysis and simulation with MATLAB</a:t>
            </a:r>
            <a:endParaRPr lang="en-US" sz="1600"/>
          </a:p>
        </p:txBody>
      </p:sp>
      <p:sp>
        <p:nvSpPr>
          <p:cNvPr id="8" name="TextBox 7">
            <a:extLst>
              <a:ext uri="{FF2B5EF4-FFF2-40B4-BE49-F238E27FC236}">
                <a16:creationId xmlns:a16="http://schemas.microsoft.com/office/drawing/2014/main" id="{4B18C152-A85E-1DD1-D157-89B0EBDB8FDC}"/>
              </a:ext>
            </a:extLst>
          </p:cNvPr>
          <p:cNvSpPr txBox="1"/>
          <p:nvPr/>
        </p:nvSpPr>
        <p:spPr>
          <a:xfrm>
            <a:off x="0" y="6427185"/>
            <a:ext cx="9051575" cy="338554"/>
          </a:xfrm>
          <a:prstGeom prst="rect">
            <a:avLst/>
          </a:prstGeom>
          <a:noFill/>
        </p:spPr>
        <p:txBody>
          <a:bodyPr wrap="square" rtlCol="0">
            <a:spAutoFit/>
          </a:bodyPr>
          <a:lstStyle/>
          <a:p>
            <a:r>
              <a:rPr lang="en-GB" sz="1600" i="1">
                <a:latin typeface="Arial" pitchFamily="34" charset="0"/>
                <a:cs typeface="Arial" pitchFamily="34" charset="0"/>
              </a:rPr>
              <a:t>With special thanks and acknowledgements to the work of Adam Tankielun (Rohde &amp; Schwarz)</a:t>
            </a:r>
          </a:p>
        </p:txBody>
      </p:sp>
    </p:spTree>
    <p:extLst>
      <p:ext uri="{BB962C8B-B14F-4D97-AF65-F5344CB8AC3E}">
        <p14:creationId xmlns:p14="http://schemas.microsoft.com/office/powerpoint/2010/main" val="36511798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95690-8675-75EE-8F26-FA15683FEB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98DF00-BC60-A506-A803-5F7322C0990F}"/>
              </a:ext>
            </a:extLst>
          </p:cNvPr>
          <p:cNvSpPr>
            <a:spLocks noGrp="1"/>
          </p:cNvSpPr>
          <p:nvPr>
            <p:ph type="title"/>
          </p:nvPr>
        </p:nvSpPr>
        <p:spPr/>
        <p:txBody>
          <a:bodyPr/>
          <a:lstStyle/>
          <a:p>
            <a:r>
              <a:rPr lang="en-US">
                <a:latin typeface="Arial"/>
                <a:cs typeface="Arial"/>
              </a:rPr>
              <a:t>Interactive Exercises Using MATLAB Online R2026a</a:t>
            </a:r>
            <a:endParaRPr lang="en-US"/>
          </a:p>
        </p:txBody>
      </p:sp>
      <p:sp>
        <p:nvSpPr>
          <p:cNvPr id="3" name="Content Placeholder 2">
            <a:extLst>
              <a:ext uri="{FF2B5EF4-FFF2-40B4-BE49-F238E27FC236}">
                <a16:creationId xmlns:a16="http://schemas.microsoft.com/office/drawing/2014/main" id="{3E63DD9D-02D0-0B88-5461-5266007E588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076772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6D9C7-0498-48E1-B389-5805D9E5A2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C542CC-1818-459D-6370-43B5E5EAC9C6}"/>
              </a:ext>
            </a:extLst>
          </p:cNvPr>
          <p:cNvSpPr>
            <a:spLocks noGrp="1"/>
          </p:cNvSpPr>
          <p:nvPr>
            <p:ph type="title"/>
          </p:nvPr>
        </p:nvSpPr>
        <p:spPr/>
        <p:txBody>
          <a:bodyPr/>
          <a:lstStyle/>
          <a:p>
            <a:r>
              <a:rPr lang="en-US">
                <a:latin typeface="Arial"/>
                <a:cs typeface="Arial"/>
              </a:rPr>
              <a:t>Live Demo Using R2026b Prerelease</a:t>
            </a:r>
            <a:endParaRPr lang="en-US"/>
          </a:p>
        </p:txBody>
      </p:sp>
      <p:sp>
        <p:nvSpPr>
          <p:cNvPr id="3" name="Content Placeholder 2">
            <a:extLst>
              <a:ext uri="{FF2B5EF4-FFF2-40B4-BE49-F238E27FC236}">
                <a16:creationId xmlns:a16="http://schemas.microsoft.com/office/drawing/2014/main" id="{86976405-C496-BAD9-ECFC-6070AFB66F4F}"/>
              </a:ext>
            </a:extLst>
          </p:cNvPr>
          <p:cNvSpPr>
            <a:spLocks noGrp="1"/>
          </p:cNvSpPr>
          <p:nvPr>
            <p:ph idx="1"/>
          </p:nvPr>
        </p:nvSpPr>
        <p:spPr/>
        <p:txBody>
          <a:bodyPr vert="horz" lIns="91440" tIns="45720" rIns="91440" bIns="45720" rtlCol="0" anchor="t">
            <a:noAutofit/>
          </a:bodyPr>
          <a:lstStyle/>
          <a:p>
            <a:pPr marL="343535" indent="-343535"/>
            <a:endParaRPr lang="en-US"/>
          </a:p>
        </p:txBody>
      </p:sp>
    </p:spTree>
    <p:extLst>
      <p:ext uri="{BB962C8B-B14F-4D97-AF65-F5344CB8AC3E}">
        <p14:creationId xmlns:p14="http://schemas.microsoft.com/office/powerpoint/2010/main" val="2445030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4FC57-832F-4007-764D-4CE73F9D6765}"/>
              </a:ext>
            </a:extLst>
          </p:cNvPr>
          <p:cNvSpPr txBox="1">
            <a:spLocks/>
          </p:cNvSpPr>
          <p:nvPr/>
        </p:nvSpPr>
        <p:spPr>
          <a:xfrm>
            <a:off x="245398" y="181991"/>
            <a:ext cx="10769600" cy="990600"/>
          </a:xfrm>
          <a:prstGeom prst="rect">
            <a:avLst/>
          </a:prstGeom>
        </p:spPr>
        <p:txBody>
          <a:bodyPr lIns="91440" tIns="45720" rIns="91440" bIns="45720" anchor="t"/>
          <a:lstStyle>
            <a:lvl1pPr algn="l" defTabSz="916680" rtl="0" eaLnBrk="1" latinLnBrk="0" hangingPunct="1">
              <a:spcBef>
                <a:spcPct val="0"/>
              </a:spcBef>
              <a:buNone/>
              <a:defRPr sz="2800" b="1" kern="1200">
                <a:solidFill>
                  <a:schemeClr val="tx2"/>
                </a:solidFill>
                <a:latin typeface="Arial" pitchFamily="34" charset="0"/>
                <a:ea typeface="+mj-ea"/>
                <a:cs typeface="Arial" pitchFamily="34" charset="0"/>
              </a:defRPr>
            </a:lvl1pPr>
          </a:lstStyle>
          <a:p>
            <a:r>
              <a:rPr lang="en-US" b="0" dirty="0">
                <a:latin typeface="Arial"/>
                <a:cs typeface="Arial"/>
              </a:rPr>
              <a:t>Review and 3p integration workflow: </a:t>
            </a:r>
            <a:endParaRPr lang="en-US" b="0" dirty="0"/>
          </a:p>
        </p:txBody>
      </p:sp>
      <p:grpSp>
        <p:nvGrpSpPr>
          <p:cNvPr id="57" name="Group 56">
            <a:extLst>
              <a:ext uri="{FF2B5EF4-FFF2-40B4-BE49-F238E27FC236}">
                <a16:creationId xmlns:a16="http://schemas.microsoft.com/office/drawing/2014/main" id="{5D91C155-B255-E9C0-5076-ECCF4651B0FD}"/>
              </a:ext>
            </a:extLst>
          </p:cNvPr>
          <p:cNvGrpSpPr/>
          <p:nvPr/>
        </p:nvGrpSpPr>
        <p:grpSpPr>
          <a:xfrm>
            <a:off x="446046" y="1223664"/>
            <a:ext cx="2214550" cy="2433715"/>
            <a:chOff x="446046" y="1223664"/>
            <a:chExt cx="2214550" cy="2433715"/>
          </a:xfrm>
        </p:grpSpPr>
        <p:sp>
          <p:nvSpPr>
            <p:cNvPr id="5" name="Rectangle 4">
              <a:extLst>
                <a:ext uri="{FF2B5EF4-FFF2-40B4-BE49-F238E27FC236}">
                  <a16:creationId xmlns:a16="http://schemas.microsoft.com/office/drawing/2014/main" id="{6EC3715E-DF05-83B8-1552-A08F61414375}"/>
                </a:ext>
              </a:extLst>
            </p:cNvPr>
            <p:cNvSpPr/>
            <p:nvPr/>
          </p:nvSpPr>
          <p:spPr>
            <a:xfrm>
              <a:off x="476250" y="1543050"/>
              <a:ext cx="2178050" cy="68580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latin typeface="Arial" pitchFamily="34" charset="0"/>
                <a:cs typeface="Arial" pitchFamily="34" charset="0"/>
              </a:endParaRPr>
            </a:p>
          </p:txBody>
        </p:sp>
        <p:sp>
          <p:nvSpPr>
            <p:cNvPr id="6" name="TextBox 5">
              <a:extLst>
                <a:ext uri="{FF2B5EF4-FFF2-40B4-BE49-F238E27FC236}">
                  <a16:creationId xmlns:a16="http://schemas.microsoft.com/office/drawing/2014/main" id="{D1159C8C-F645-FE21-3771-A20A8E977645}"/>
                </a:ext>
              </a:extLst>
            </p:cNvPr>
            <p:cNvSpPr txBox="1"/>
            <p:nvPr/>
          </p:nvSpPr>
          <p:spPr>
            <a:xfrm>
              <a:off x="857389" y="1223664"/>
              <a:ext cx="1415772" cy="369332"/>
            </a:xfrm>
            <a:prstGeom prst="rect">
              <a:avLst/>
            </a:prstGeom>
            <a:noFill/>
          </p:spPr>
          <p:txBody>
            <a:bodyPr wrap="none" rtlCol="0">
              <a:spAutoFit/>
            </a:bodyPr>
            <a:lstStyle/>
            <a:p>
              <a:r>
                <a:rPr lang="en-IN">
                  <a:latin typeface="Arial" pitchFamily="34" charset="0"/>
                  <a:cs typeface="Arial" pitchFamily="34" charset="0"/>
                </a:rPr>
                <a:t>Data sheets</a:t>
              </a:r>
            </a:p>
          </p:txBody>
        </p:sp>
        <p:sp>
          <p:nvSpPr>
            <p:cNvPr id="7" name="Rectangle 6">
              <a:extLst>
                <a:ext uri="{FF2B5EF4-FFF2-40B4-BE49-F238E27FC236}">
                  <a16:creationId xmlns:a16="http://schemas.microsoft.com/office/drawing/2014/main" id="{87610C32-49B9-C809-3168-118CF492955B}"/>
                </a:ext>
              </a:extLst>
            </p:cNvPr>
            <p:cNvSpPr/>
            <p:nvPr/>
          </p:nvSpPr>
          <p:spPr>
            <a:xfrm>
              <a:off x="482546" y="2971579"/>
              <a:ext cx="2178050" cy="68580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latin typeface="Arial" pitchFamily="34" charset="0"/>
                <a:cs typeface="Arial" pitchFamily="34" charset="0"/>
              </a:endParaRPr>
            </a:p>
          </p:txBody>
        </p:sp>
        <p:sp>
          <p:nvSpPr>
            <p:cNvPr id="8" name="TextBox 7">
              <a:extLst>
                <a:ext uri="{FF2B5EF4-FFF2-40B4-BE49-F238E27FC236}">
                  <a16:creationId xmlns:a16="http://schemas.microsoft.com/office/drawing/2014/main" id="{3F734D8F-8777-60CF-3346-4BC29F5F8AE8}"/>
                </a:ext>
              </a:extLst>
            </p:cNvPr>
            <p:cNvSpPr txBox="1"/>
            <p:nvPr/>
          </p:nvSpPr>
          <p:spPr>
            <a:xfrm>
              <a:off x="784175" y="2676044"/>
              <a:ext cx="1595309" cy="369332"/>
            </a:xfrm>
            <a:prstGeom prst="rect">
              <a:avLst/>
            </a:prstGeom>
            <a:noFill/>
          </p:spPr>
          <p:txBody>
            <a:bodyPr wrap="square" rtlCol="0">
              <a:spAutoFit/>
            </a:bodyPr>
            <a:lstStyle/>
            <a:p>
              <a:r>
                <a:rPr lang="en-IN">
                  <a:latin typeface="Arial" pitchFamily="34" charset="0"/>
                  <a:cs typeface="Arial" pitchFamily="34" charset="0"/>
                </a:rPr>
                <a:t>Measurement</a:t>
              </a:r>
            </a:p>
          </p:txBody>
        </p:sp>
        <p:sp>
          <p:nvSpPr>
            <p:cNvPr id="20" name="TextBox 19">
              <a:extLst>
                <a:ext uri="{FF2B5EF4-FFF2-40B4-BE49-F238E27FC236}">
                  <a16:creationId xmlns:a16="http://schemas.microsoft.com/office/drawing/2014/main" id="{442F9887-87FC-4D08-4B44-1EA6870CAD28}"/>
                </a:ext>
              </a:extLst>
            </p:cNvPr>
            <p:cNvSpPr txBox="1"/>
            <p:nvPr/>
          </p:nvSpPr>
          <p:spPr>
            <a:xfrm>
              <a:off x="484471" y="1627309"/>
              <a:ext cx="2164416" cy="461665"/>
            </a:xfrm>
            <a:prstGeom prst="rect">
              <a:avLst/>
            </a:prstGeom>
            <a:noFill/>
          </p:spPr>
          <p:txBody>
            <a:bodyPr wrap="square" rtlCol="0">
              <a:spAutoFit/>
            </a:bodyPr>
            <a:lstStyle/>
            <a:p>
              <a:r>
                <a:rPr lang="en-IN" sz="1200">
                  <a:solidFill>
                    <a:schemeClr val="tx2"/>
                  </a:solidFill>
                  <a:latin typeface="Arial" pitchFamily="34" charset="0"/>
                  <a:cs typeface="Arial" pitchFamily="34" charset="0"/>
                </a:rPr>
                <a:t>2d pattern slices (magnitude)</a:t>
              </a:r>
            </a:p>
            <a:p>
              <a:r>
                <a:rPr lang="en-IN" sz="1200">
                  <a:solidFill>
                    <a:schemeClr val="tx2"/>
                  </a:solidFill>
                  <a:latin typeface="Arial" pitchFamily="34" charset="0"/>
                  <a:cs typeface="Arial" pitchFamily="34" charset="0"/>
                </a:rPr>
                <a:t>S-parameter touchstone file</a:t>
              </a:r>
            </a:p>
          </p:txBody>
        </p:sp>
        <p:sp>
          <p:nvSpPr>
            <p:cNvPr id="21" name="TextBox 20">
              <a:extLst>
                <a:ext uri="{FF2B5EF4-FFF2-40B4-BE49-F238E27FC236}">
                  <a16:creationId xmlns:a16="http://schemas.microsoft.com/office/drawing/2014/main" id="{EC34AB53-924E-AA21-3507-5C5ACF0B8067}"/>
                </a:ext>
              </a:extLst>
            </p:cNvPr>
            <p:cNvSpPr txBox="1"/>
            <p:nvPr/>
          </p:nvSpPr>
          <p:spPr>
            <a:xfrm>
              <a:off x="446046" y="3051918"/>
              <a:ext cx="2178050" cy="461665"/>
            </a:xfrm>
            <a:prstGeom prst="rect">
              <a:avLst/>
            </a:prstGeom>
            <a:noFill/>
          </p:spPr>
          <p:txBody>
            <a:bodyPr wrap="square" rtlCol="0">
              <a:spAutoFit/>
            </a:bodyPr>
            <a:lstStyle/>
            <a:p>
              <a:r>
                <a:rPr lang="en-IN" sz="1200">
                  <a:solidFill>
                    <a:schemeClr val="tx2"/>
                  </a:solidFill>
                  <a:latin typeface="Arial" pitchFamily="34" charset="0"/>
                  <a:cs typeface="Arial" pitchFamily="34" charset="0"/>
                </a:rPr>
                <a:t>2d pattern slices (magnitude)</a:t>
              </a:r>
            </a:p>
            <a:p>
              <a:r>
                <a:rPr lang="en-IN" sz="1200">
                  <a:solidFill>
                    <a:schemeClr val="tx2"/>
                  </a:solidFill>
                  <a:latin typeface="Arial" pitchFamily="34" charset="0"/>
                  <a:cs typeface="Arial" pitchFamily="34" charset="0"/>
                </a:rPr>
                <a:t>S-parameter touchstone file</a:t>
              </a:r>
            </a:p>
          </p:txBody>
        </p:sp>
      </p:grpSp>
      <p:sp>
        <p:nvSpPr>
          <p:cNvPr id="60" name="TextBox 59">
            <a:extLst>
              <a:ext uri="{FF2B5EF4-FFF2-40B4-BE49-F238E27FC236}">
                <a16:creationId xmlns:a16="http://schemas.microsoft.com/office/drawing/2014/main" id="{13391C90-9E90-8B25-8835-ECEC7A29CEA2}"/>
              </a:ext>
            </a:extLst>
          </p:cNvPr>
          <p:cNvSpPr txBox="1"/>
          <p:nvPr/>
        </p:nvSpPr>
        <p:spPr>
          <a:xfrm>
            <a:off x="909567" y="834994"/>
            <a:ext cx="3685624" cy="338554"/>
          </a:xfrm>
          <a:prstGeom prst="rect">
            <a:avLst/>
          </a:prstGeom>
          <a:noFill/>
          <a:ln>
            <a:solidFill>
              <a:srgbClr val="FF0000"/>
            </a:solidFill>
          </a:ln>
        </p:spPr>
        <p:txBody>
          <a:bodyPr wrap="none" rtlCol="0">
            <a:spAutoFit/>
          </a:bodyPr>
          <a:lstStyle/>
          <a:p>
            <a:r>
              <a:rPr lang="en-IN" sz="1600">
                <a:solidFill>
                  <a:srgbClr val="FF0000"/>
                </a:solidFill>
                <a:latin typeface="Arial" pitchFamily="34" charset="0"/>
                <a:cs typeface="Arial" pitchFamily="34" charset="0"/>
              </a:rPr>
              <a:t>Convert image into 2D slice data (26a)</a:t>
            </a:r>
          </a:p>
        </p:txBody>
      </p:sp>
      <p:grpSp>
        <p:nvGrpSpPr>
          <p:cNvPr id="84" name="Group 83">
            <a:extLst>
              <a:ext uri="{FF2B5EF4-FFF2-40B4-BE49-F238E27FC236}">
                <a16:creationId xmlns:a16="http://schemas.microsoft.com/office/drawing/2014/main" id="{5B6C4C19-187E-ACC9-260C-07A345443F83}"/>
              </a:ext>
            </a:extLst>
          </p:cNvPr>
          <p:cNvGrpSpPr/>
          <p:nvPr/>
        </p:nvGrpSpPr>
        <p:grpSpPr>
          <a:xfrm>
            <a:off x="206078" y="3284751"/>
            <a:ext cx="10217054" cy="3246831"/>
            <a:chOff x="498502" y="3123269"/>
            <a:chExt cx="10217054" cy="3246831"/>
          </a:xfrm>
        </p:grpSpPr>
        <p:sp>
          <p:nvSpPr>
            <p:cNvPr id="3" name="Rectangle 2">
              <a:extLst>
                <a:ext uri="{FF2B5EF4-FFF2-40B4-BE49-F238E27FC236}">
                  <a16:creationId xmlns:a16="http://schemas.microsoft.com/office/drawing/2014/main" id="{8EB32620-6514-05B7-1DC4-C00BD8F6C570}"/>
                </a:ext>
              </a:extLst>
            </p:cNvPr>
            <p:cNvSpPr/>
            <p:nvPr/>
          </p:nvSpPr>
          <p:spPr>
            <a:xfrm>
              <a:off x="5070508" y="4012426"/>
              <a:ext cx="2784329" cy="233265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latin typeface="Arial" pitchFamily="34" charset="0"/>
                <a:cs typeface="Arial" pitchFamily="34" charset="0"/>
              </a:endParaRPr>
            </a:p>
          </p:txBody>
        </p:sp>
        <p:sp>
          <p:nvSpPr>
            <p:cNvPr id="4" name="TextBox 3">
              <a:extLst>
                <a:ext uri="{FF2B5EF4-FFF2-40B4-BE49-F238E27FC236}">
                  <a16:creationId xmlns:a16="http://schemas.microsoft.com/office/drawing/2014/main" id="{A0C26F59-32DA-172F-BB1A-1C507A41BC09}"/>
                </a:ext>
              </a:extLst>
            </p:cNvPr>
            <p:cNvSpPr txBox="1"/>
            <p:nvPr/>
          </p:nvSpPr>
          <p:spPr>
            <a:xfrm>
              <a:off x="5397540" y="4083987"/>
              <a:ext cx="2121158" cy="369332"/>
            </a:xfrm>
            <a:prstGeom prst="rect">
              <a:avLst/>
            </a:prstGeom>
            <a:noFill/>
          </p:spPr>
          <p:txBody>
            <a:bodyPr wrap="none" rtlCol="0">
              <a:spAutoFit/>
            </a:bodyPr>
            <a:lstStyle/>
            <a:p>
              <a:r>
                <a:rPr lang="en-IN">
                  <a:latin typeface="Arial" pitchFamily="34" charset="0"/>
                  <a:cs typeface="Arial" pitchFamily="34" charset="0"/>
                </a:rPr>
                <a:t>Measured Antenna</a:t>
              </a:r>
            </a:p>
          </p:txBody>
        </p:sp>
        <p:sp>
          <p:nvSpPr>
            <p:cNvPr id="9" name="Rectangle 8">
              <a:extLst>
                <a:ext uri="{FF2B5EF4-FFF2-40B4-BE49-F238E27FC236}">
                  <a16:creationId xmlns:a16="http://schemas.microsoft.com/office/drawing/2014/main" id="{6CC6DD36-7485-37FF-A48C-C7933BB97A71}"/>
                </a:ext>
              </a:extLst>
            </p:cNvPr>
            <p:cNvSpPr/>
            <p:nvPr/>
          </p:nvSpPr>
          <p:spPr>
            <a:xfrm>
              <a:off x="498502" y="4382280"/>
              <a:ext cx="2178050" cy="68580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latin typeface="Arial" pitchFamily="34" charset="0"/>
                <a:cs typeface="Arial" pitchFamily="34" charset="0"/>
              </a:endParaRPr>
            </a:p>
          </p:txBody>
        </p:sp>
        <p:sp>
          <p:nvSpPr>
            <p:cNvPr id="10" name="TextBox 9">
              <a:extLst>
                <a:ext uri="{FF2B5EF4-FFF2-40B4-BE49-F238E27FC236}">
                  <a16:creationId xmlns:a16="http://schemas.microsoft.com/office/drawing/2014/main" id="{59ECD501-5779-226C-0355-75CD4A10A1FD}"/>
                </a:ext>
              </a:extLst>
            </p:cNvPr>
            <p:cNvSpPr txBox="1"/>
            <p:nvPr/>
          </p:nvSpPr>
          <p:spPr>
            <a:xfrm>
              <a:off x="762028" y="4062948"/>
              <a:ext cx="1659429" cy="369332"/>
            </a:xfrm>
            <a:prstGeom prst="rect">
              <a:avLst/>
            </a:prstGeom>
            <a:noFill/>
          </p:spPr>
          <p:txBody>
            <a:bodyPr wrap="none" rtlCol="0">
              <a:spAutoFit/>
            </a:bodyPr>
            <a:lstStyle/>
            <a:p>
              <a:r>
                <a:rPr lang="en-IN">
                  <a:latin typeface="Arial" pitchFamily="34" charset="0"/>
                  <a:cs typeface="Arial" pitchFamily="34" charset="0"/>
                </a:rPr>
                <a:t>3p simulations</a:t>
              </a:r>
            </a:p>
          </p:txBody>
        </p:sp>
        <p:sp>
          <p:nvSpPr>
            <p:cNvPr id="16" name="Rectangle 15">
              <a:extLst>
                <a:ext uri="{FF2B5EF4-FFF2-40B4-BE49-F238E27FC236}">
                  <a16:creationId xmlns:a16="http://schemas.microsoft.com/office/drawing/2014/main" id="{B9542408-F35F-0D8E-BE43-E9C5CB1FA114}"/>
                </a:ext>
              </a:extLst>
            </p:cNvPr>
            <p:cNvSpPr/>
            <p:nvPr/>
          </p:nvSpPr>
          <p:spPr>
            <a:xfrm>
              <a:off x="8504304" y="3123269"/>
              <a:ext cx="2178050" cy="68580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latin typeface="Arial" pitchFamily="34" charset="0"/>
                <a:cs typeface="Arial" pitchFamily="34" charset="0"/>
              </a:endParaRPr>
            </a:p>
          </p:txBody>
        </p:sp>
        <p:sp>
          <p:nvSpPr>
            <p:cNvPr id="17" name="TextBox 16">
              <a:extLst>
                <a:ext uri="{FF2B5EF4-FFF2-40B4-BE49-F238E27FC236}">
                  <a16:creationId xmlns:a16="http://schemas.microsoft.com/office/drawing/2014/main" id="{F291963D-8762-9D94-BEDE-D5917F8FF701}"/>
                </a:ext>
              </a:extLst>
            </p:cNvPr>
            <p:cNvSpPr txBox="1"/>
            <p:nvPr/>
          </p:nvSpPr>
          <p:spPr>
            <a:xfrm>
              <a:off x="8620111" y="3262927"/>
              <a:ext cx="2095445" cy="369332"/>
            </a:xfrm>
            <a:prstGeom prst="rect">
              <a:avLst/>
            </a:prstGeom>
            <a:noFill/>
          </p:spPr>
          <p:txBody>
            <a:bodyPr wrap="none" rtlCol="0">
              <a:spAutoFit/>
            </a:bodyPr>
            <a:lstStyle/>
            <a:p>
              <a:r>
                <a:rPr lang="en-IN" dirty="0">
                  <a:latin typeface="Arial" pitchFamily="34" charset="0"/>
                  <a:cs typeface="Arial" pitchFamily="34" charset="0"/>
                </a:rPr>
                <a:t>System Simulation</a:t>
              </a:r>
            </a:p>
          </p:txBody>
        </p:sp>
        <p:sp>
          <p:nvSpPr>
            <p:cNvPr id="22" name="TextBox 21">
              <a:extLst>
                <a:ext uri="{FF2B5EF4-FFF2-40B4-BE49-F238E27FC236}">
                  <a16:creationId xmlns:a16="http://schemas.microsoft.com/office/drawing/2014/main" id="{C26B1198-3B2A-2AA4-CC7E-C4302EC78625}"/>
                </a:ext>
              </a:extLst>
            </p:cNvPr>
            <p:cNvSpPr txBox="1"/>
            <p:nvPr/>
          </p:nvSpPr>
          <p:spPr>
            <a:xfrm>
              <a:off x="518929" y="4492435"/>
              <a:ext cx="2164416" cy="461665"/>
            </a:xfrm>
            <a:prstGeom prst="rect">
              <a:avLst/>
            </a:prstGeom>
            <a:noFill/>
          </p:spPr>
          <p:txBody>
            <a:bodyPr wrap="square" rtlCol="0">
              <a:spAutoFit/>
            </a:bodyPr>
            <a:lstStyle/>
            <a:p>
              <a:r>
                <a:rPr lang="en-IN" sz="1200">
                  <a:solidFill>
                    <a:schemeClr val="tx2"/>
                  </a:solidFill>
                  <a:latin typeface="Arial" pitchFamily="34" charset="0"/>
                  <a:cs typeface="Arial" pitchFamily="34" charset="0"/>
                </a:rPr>
                <a:t>3d complex pattern data</a:t>
              </a:r>
            </a:p>
            <a:p>
              <a:r>
                <a:rPr lang="en-IN" sz="1200">
                  <a:solidFill>
                    <a:schemeClr val="tx2"/>
                  </a:solidFill>
                  <a:latin typeface="Arial" pitchFamily="34" charset="0"/>
                  <a:cs typeface="Arial" pitchFamily="34" charset="0"/>
                </a:rPr>
                <a:t>S-parameter touchstone file</a:t>
              </a:r>
            </a:p>
          </p:txBody>
        </p:sp>
        <p:sp>
          <p:nvSpPr>
            <p:cNvPr id="25" name="Rectangle 24">
              <a:extLst>
                <a:ext uri="{FF2B5EF4-FFF2-40B4-BE49-F238E27FC236}">
                  <a16:creationId xmlns:a16="http://schemas.microsoft.com/office/drawing/2014/main" id="{F1AE17E3-423D-C6B2-C84D-604BC1060676}"/>
                </a:ext>
              </a:extLst>
            </p:cNvPr>
            <p:cNvSpPr/>
            <p:nvPr/>
          </p:nvSpPr>
          <p:spPr>
            <a:xfrm>
              <a:off x="499771" y="5684300"/>
              <a:ext cx="2178050" cy="68580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latin typeface="Arial" pitchFamily="34" charset="0"/>
                <a:cs typeface="Arial" pitchFamily="34" charset="0"/>
              </a:endParaRPr>
            </a:p>
          </p:txBody>
        </p:sp>
        <p:sp>
          <p:nvSpPr>
            <p:cNvPr id="26" name="TextBox 25">
              <a:extLst>
                <a:ext uri="{FF2B5EF4-FFF2-40B4-BE49-F238E27FC236}">
                  <a16:creationId xmlns:a16="http://schemas.microsoft.com/office/drawing/2014/main" id="{2FD367B5-5DC1-51C3-35E7-373F70E8EDDA}"/>
                </a:ext>
              </a:extLst>
            </p:cNvPr>
            <p:cNvSpPr txBox="1"/>
            <p:nvPr/>
          </p:nvSpPr>
          <p:spPr>
            <a:xfrm>
              <a:off x="872959" y="5388765"/>
              <a:ext cx="1595309" cy="369332"/>
            </a:xfrm>
            <a:prstGeom prst="rect">
              <a:avLst/>
            </a:prstGeom>
            <a:noFill/>
          </p:spPr>
          <p:txBody>
            <a:bodyPr wrap="square" rtlCol="0">
              <a:spAutoFit/>
            </a:bodyPr>
            <a:lstStyle/>
            <a:p>
              <a:r>
                <a:rPr lang="en-IN">
                  <a:latin typeface="Arial" pitchFamily="34" charset="0"/>
                  <a:cs typeface="Arial" pitchFamily="34" charset="0"/>
                </a:rPr>
                <a:t>Measurement</a:t>
              </a:r>
            </a:p>
          </p:txBody>
        </p:sp>
        <p:sp>
          <p:nvSpPr>
            <p:cNvPr id="27" name="TextBox 26">
              <a:extLst>
                <a:ext uri="{FF2B5EF4-FFF2-40B4-BE49-F238E27FC236}">
                  <a16:creationId xmlns:a16="http://schemas.microsoft.com/office/drawing/2014/main" id="{00D4C5DC-7839-9A99-7706-4C2677732246}"/>
                </a:ext>
              </a:extLst>
            </p:cNvPr>
            <p:cNvSpPr txBox="1"/>
            <p:nvPr/>
          </p:nvSpPr>
          <p:spPr>
            <a:xfrm>
              <a:off x="558683" y="5764637"/>
              <a:ext cx="2090204" cy="461665"/>
            </a:xfrm>
            <a:prstGeom prst="rect">
              <a:avLst/>
            </a:prstGeom>
            <a:noFill/>
          </p:spPr>
          <p:txBody>
            <a:bodyPr wrap="square" rtlCol="0">
              <a:spAutoFit/>
            </a:bodyPr>
            <a:lstStyle/>
            <a:p>
              <a:r>
                <a:rPr lang="en-IN" sz="1200">
                  <a:solidFill>
                    <a:schemeClr val="tx2"/>
                  </a:solidFill>
                  <a:latin typeface="Arial" pitchFamily="34" charset="0"/>
                  <a:cs typeface="Arial" pitchFamily="34" charset="0"/>
                </a:rPr>
                <a:t>3d complex pattern data </a:t>
              </a:r>
            </a:p>
            <a:p>
              <a:r>
                <a:rPr lang="en-IN" sz="1200">
                  <a:solidFill>
                    <a:schemeClr val="tx2"/>
                  </a:solidFill>
                  <a:latin typeface="Arial" pitchFamily="34" charset="0"/>
                  <a:cs typeface="Arial" pitchFamily="34" charset="0"/>
                </a:rPr>
                <a:t>S-parameter touchstone file</a:t>
              </a:r>
            </a:p>
          </p:txBody>
        </p:sp>
        <p:cxnSp>
          <p:nvCxnSpPr>
            <p:cNvPr id="29" name="Straight Arrow Connector 28">
              <a:extLst>
                <a:ext uri="{FF2B5EF4-FFF2-40B4-BE49-F238E27FC236}">
                  <a16:creationId xmlns:a16="http://schemas.microsoft.com/office/drawing/2014/main" id="{45006BE6-5B7C-B8DD-4375-4D8BFA7B4AA6}"/>
                </a:ext>
              </a:extLst>
            </p:cNvPr>
            <p:cNvCxnSpPr>
              <a:cxnSpLocks/>
              <a:stCxn id="22" idx="3"/>
            </p:cNvCxnSpPr>
            <p:nvPr/>
          </p:nvCxnSpPr>
          <p:spPr>
            <a:xfrm flipV="1">
              <a:off x="2683345" y="4723267"/>
              <a:ext cx="2404223" cy="1"/>
            </a:xfrm>
            <a:prstGeom prst="straightConnector1">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899C92D8-79D0-9D54-9778-6B07844112F7}"/>
                </a:ext>
              </a:extLst>
            </p:cNvPr>
            <p:cNvCxnSpPr>
              <a:cxnSpLocks/>
            </p:cNvCxnSpPr>
            <p:nvPr/>
          </p:nvCxnSpPr>
          <p:spPr>
            <a:xfrm>
              <a:off x="2700575" y="5972946"/>
              <a:ext cx="2386993" cy="0"/>
            </a:xfrm>
            <a:prstGeom prst="straightConnector1">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0A049173-DB95-8F15-B4AF-EF12622EE0BC}"/>
                </a:ext>
              </a:extLst>
            </p:cNvPr>
            <p:cNvCxnSpPr>
              <a:cxnSpLocks/>
              <a:stCxn id="3" idx="3"/>
              <a:endCxn id="3" idx="3"/>
            </p:cNvCxnSpPr>
            <p:nvPr/>
          </p:nvCxnSpPr>
          <p:spPr>
            <a:xfrm>
              <a:off x="7854837" y="5178754"/>
              <a:ext cx="0" cy="0"/>
            </a:xfrm>
            <a:prstGeom prst="straightConnector1">
              <a:avLst/>
            </a:prstGeom>
            <a:ln w="952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74" name="Picture 73">
              <a:extLst>
                <a:ext uri="{FF2B5EF4-FFF2-40B4-BE49-F238E27FC236}">
                  <a16:creationId xmlns:a16="http://schemas.microsoft.com/office/drawing/2014/main" id="{8F32028D-10BF-F1EC-95A3-7EEB7312E526}"/>
                </a:ext>
              </a:extLst>
            </p:cNvPr>
            <p:cNvPicPr>
              <a:picLocks noChangeAspect="1"/>
            </p:cNvPicPr>
            <p:nvPr/>
          </p:nvPicPr>
          <p:blipFill>
            <a:blip r:embed="rId3"/>
            <a:stretch>
              <a:fillRect/>
            </a:stretch>
          </p:blipFill>
          <p:spPr>
            <a:xfrm>
              <a:off x="2695473" y="4994115"/>
              <a:ext cx="1589963" cy="707984"/>
            </a:xfrm>
            <a:prstGeom prst="rect">
              <a:avLst/>
            </a:prstGeom>
            <a:ln>
              <a:solidFill>
                <a:schemeClr val="tx2"/>
              </a:solidFill>
            </a:ln>
          </p:spPr>
        </p:pic>
        <p:pic>
          <p:nvPicPr>
            <p:cNvPr id="68" name="Picture 67">
              <a:extLst>
                <a:ext uri="{FF2B5EF4-FFF2-40B4-BE49-F238E27FC236}">
                  <a16:creationId xmlns:a16="http://schemas.microsoft.com/office/drawing/2014/main" id="{55CA4139-F865-E21C-1A02-D8DC4F768D73}"/>
                </a:ext>
              </a:extLst>
            </p:cNvPr>
            <p:cNvPicPr>
              <a:picLocks noChangeAspect="1"/>
            </p:cNvPicPr>
            <p:nvPr/>
          </p:nvPicPr>
          <p:blipFill>
            <a:blip r:embed="rId4"/>
            <a:stretch>
              <a:fillRect/>
            </a:stretch>
          </p:blipFill>
          <p:spPr>
            <a:xfrm>
              <a:off x="4009657" y="4840247"/>
              <a:ext cx="886236" cy="976281"/>
            </a:xfrm>
            <a:prstGeom prst="rect">
              <a:avLst/>
            </a:prstGeom>
          </p:spPr>
        </p:pic>
        <p:pic>
          <p:nvPicPr>
            <p:cNvPr id="81" name="Picture 80">
              <a:extLst>
                <a:ext uri="{FF2B5EF4-FFF2-40B4-BE49-F238E27FC236}">
                  <a16:creationId xmlns:a16="http://schemas.microsoft.com/office/drawing/2014/main" id="{479F20E8-23AC-6966-DF94-757AF8BF7FDC}"/>
                </a:ext>
              </a:extLst>
            </p:cNvPr>
            <p:cNvPicPr>
              <a:picLocks noChangeAspect="1"/>
            </p:cNvPicPr>
            <p:nvPr/>
          </p:nvPicPr>
          <p:blipFill>
            <a:blip r:embed="rId5"/>
            <a:stretch>
              <a:fillRect/>
            </a:stretch>
          </p:blipFill>
          <p:spPr>
            <a:xfrm>
              <a:off x="5170356" y="4519110"/>
              <a:ext cx="2640533" cy="1714632"/>
            </a:xfrm>
            <a:prstGeom prst="rect">
              <a:avLst/>
            </a:prstGeom>
          </p:spPr>
        </p:pic>
      </p:grpSp>
      <p:sp>
        <p:nvSpPr>
          <p:cNvPr id="85" name="TextBox 84">
            <a:extLst>
              <a:ext uri="{FF2B5EF4-FFF2-40B4-BE49-F238E27FC236}">
                <a16:creationId xmlns:a16="http://schemas.microsoft.com/office/drawing/2014/main" id="{65934A3B-AA8C-B4D9-09E0-E531A306E009}"/>
              </a:ext>
            </a:extLst>
          </p:cNvPr>
          <p:cNvSpPr txBox="1"/>
          <p:nvPr/>
        </p:nvSpPr>
        <p:spPr>
          <a:xfrm>
            <a:off x="414267" y="3813144"/>
            <a:ext cx="2946128" cy="338554"/>
          </a:xfrm>
          <a:prstGeom prst="rect">
            <a:avLst/>
          </a:prstGeom>
          <a:noFill/>
          <a:ln>
            <a:solidFill>
              <a:srgbClr val="FF0000"/>
            </a:solidFill>
          </a:ln>
        </p:spPr>
        <p:txBody>
          <a:bodyPr wrap="none" rtlCol="0">
            <a:spAutoFit/>
          </a:bodyPr>
          <a:lstStyle/>
          <a:p>
            <a:r>
              <a:rPr lang="en-IN" sz="1600" dirty="0">
                <a:solidFill>
                  <a:srgbClr val="FF0000"/>
                </a:solidFill>
                <a:latin typeface="Arial" pitchFamily="34" charset="0"/>
                <a:cs typeface="Arial" pitchFamily="34" charset="0"/>
              </a:rPr>
              <a:t>Read 3p file formats : ffs (25b)</a:t>
            </a:r>
          </a:p>
        </p:txBody>
      </p:sp>
      <p:cxnSp>
        <p:nvCxnSpPr>
          <p:cNvPr id="46" name="Straight Arrow Connector 45">
            <a:extLst>
              <a:ext uri="{FF2B5EF4-FFF2-40B4-BE49-F238E27FC236}">
                <a16:creationId xmlns:a16="http://schemas.microsoft.com/office/drawing/2014/main" id="{574DB420-7A50-F860-04D1-A2D7D604B918}"/>
              </a:ext>
            </a:extLst>
          </p:cNvPr>
          <p:cNvCxnSpPr>
            <a:cxnSpLocks/>
            <a:stCxn id="18" idx="2"/>
            <a:endCxn id="3" idx="0"/>
          </p:cNvCxnSpPr>
          <p:nvPr/>
        </p:nvCxnSpPr>
        <p:spPr>
          <a:xfrm flipH="1">
            <a:off x="6170249" y="2081481"/>
            <a:ext cx="69655" cy="209242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90" name="Group 89">
            <a:extLst>
              <a:ext uri="{FF2B5EF4-FFF2-40B4-BE49-F238E27FC236}">
                <a16:creationId xmlns:a16="http://schemas.microsoft.com/office/drawing/2014/main" id="{A3E8640C-DFF8-B513-2BD0-E2727BB34BA8}"/>
              </a:ext>
            </a:extLst>
          </p:cNvPr>
          <p:cNvGrpSpPr/>
          <p:nvPr/>
        </p:nvGrpSpPr>
        <p:grpSpPr>
          <a:xfrm>
            <a:off x="2412949" y="1085842"/>
            <a:ext cx="6063430" cy="2228637"/>
            <a:chOff x="2654300" y="1085842"/>
            <a:chExt cx="6063430" cy="2228637"/>
          </a:xfrm>
        </p:grpSpPr>
        <p:sp>
          <p:nvSpPr>
            <p:cNvPr id="18" name="Rectangle 17">
              <a:extLst>
                <a:ext uri="{FF2B5EF4-FFF2-40B4-BE49-F238E27FC236}">
                  <a16:creationId xmlns:a16="http://schemas.microsoft.com/office/drawing/2014/main" id="{8B339B64-6367-850E-616C-8EE79099D8A3}"/>
                </a:ext>
              </a:extLst>
            </p:cNvPr>
            <p:cNvSpPr/>
            <p:nvPr/>
          </p:nvSpPr>
          <p:spPr>
            <a:xfrm>
              <a:off x="5468430" y="1624915"/>
              <a:ext cx="2025650" cy="45656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latin typeface="Arial" pitchFamily="34" charset="0"/>
                <a:cs typeface="Arial" pitchFamily="34" charset="0"/>
              </a:endParaRPr>
            </a:p>
          </p:txBody>
        </p:sp>
        <p:sp>
          <p:nvSpPr>
            <p:cNvPr id="19" name="TextBox 18">
              <a:extLst>
                <a:ext uri="{FF2B5EF4-FFF2-40B4-BE49-F238E27FC236}">
                  <a16:creationId xmlns:a16="http://schemas.microsoft.com/office/drawing/2014/main" id="{C2CD44EE-0D5E-FE1F-1A4F-B966A8A9E92B}"/>
                </a:ext>
              </a:extLst>
            </p:cNvPr>
            <p:cNvSpPr txBox="1"/>
            <p:nvPr/>
          </p:nvSpPr>
          <p:spPr>
            <a:xfrm>
              <a:off x="5640317" y="1672380"/>
              <a:ext cx="1802102" cy="369332"/>
            </a:xfrm>
            <a:prstGeom prst="rect">
              <a:avLst/>
            </a:prstGeom>
            <a:noFill/>
          </p:spPr>
          <p:txBody>
            <a:bodyPr wrap="square" rtlCol="0">
              <a:spAutoFit/>
            </a:bodyPr>
            <a:lstStyle/>
            <a:p>
              <a:r>
                <a:rPr lang="en-IN" err="1">
                  <a:latin typeface="Arial" pitchFamily="34" charset="0"/>
                  <a:cs typeface="Arial" pitchFamily="34" charset="0"/>
                </a:rPr>
                <a:t>patternFromAI</a:t>
              </a:r>
              <a:endParaRPr lang="en-IN">
                <a:latin typeface="Arial" pitchFamily="34" charset="0"/>
                <a:cs typeface="Arial" pitchFamily="34" charset="0"/>
              </a:endParaRPr>
            </a:p>
          </p:txBody>
        </p:sp>
        <p:cxnSp>
          <p:nvCxnSpPr>
            <p:cNvPr id="38" name="Straight Arrow Connector 37">
              <a:extLst>
                <a:ext uri="{FF2B5EF4-FFF2-40B4-BE49-F238E27FC236}">
                  <a16:creationId xmlns:a16="http://schemas.microsoft.com/office/drawing/2014/main" id="{78AB14AB-AD60-0E10-ED23-A021912859DB}"/>
                </a:ext>
              </a:extLst>
            </p:cNvPr>
            <p:cNvCxnSpPr>
              <a:stCxn id="5" idx="3"/>
              <a:endCxn id="18" idx="1"/>
            </p:cNvCxnSpPr>
            <p:nvPr/>
          </p:nvCxnSpPr>
          <p:spPr>
            <a:xfrm flipV="1">
              <a:off x="2654300" y="1853198"/>
              <a:ext cx="2814130" cy="32752"/>
            </a:xfrm>
            <a:prstGeom prst="straightConnector1">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29783A6E-10F7-0C17-96DE-97D26B8E0F3E}"/>
                </a:ext>
              </a:extLst>
            </p:cNvPr>
            <p:cNvCxnSpPr>
              <a:stCxn id="7" idx="3"/>
              <a:endCxn id="18" idx="1"/>
            </p:cNvCxnSpPr>
            <p:nvPr/>
          </p:nvCxnSpPr>
          <p:spPr>
            <a:xfrm flipV="1">
              <a:off x="2660596" y="1853198"/>
              <a:ext cx="2807834" cy="1461281"/>
            </a:xfrm>
            <a:prstGeom prst="straightConnector1">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B8CE7B3F-C2C5-4EE5-4F3C-DC6EDBAC7A2B}"/>
                </a:ext>
              </a:extLst>
            </p:cNvPr>
            <p:cNvSpPr txBox="1"/>
            <p:nvPr/>
          </p:nvSpPr>
          <p:spPr>
            <a:xfrm>
              <a:off x="5140366" y="1088092"/>
              <a:ext cx="2489784" cy="338554"/>
            </a:xfrm>
            <a:prstGeom prst="rect">
              <a:avLst/>
            </a:prstGeom>
            <a:noFill/>
          </p:spPr>
          <p:txBody>
            <a:bodyPr wrap="none" rtlCol="0">
              <a:spAutoFit/>
            </a:bodyPr>
            <a:lstStyle/>
            <a:p>
              <a:r>
                <a:rPr lang="en-IN" sz="1600">
                  <a:latin typeface="Arial" pitchFamily="34" charset="0"/>
                  <a:cs typeface="Arial" pitchFamily="34" charset="0"/>
                </a:rPr>
                <a:t>3D pattern reconstruction</a:t>
              </a:r>
            </a:p>
          </p:txBody>
        </p:sp>
        <p:pic>
          <p:nvPicPr>
            <p:cNvPr id="87" name="Picture 86">
              <a:extLst>
                <a:ext uri="{FF2B5EF4-FFF2-40B4-BE49-F238E27FC236}">
                  <a16:creationId xmlns:a16="http://schemas.microsoft.com/office/drawing/2014/main" id="{42F8AC06-FC26-DB7D-19AF-925DE623CCC5}"/>
                </a:ext>
              </a:extLst>
            </p:cNvPr>
            <p:cNvPicPr>
              <a:picLocks noChangeAspect="1"/>
            </p:cNvPicPr>
            <p:nvPr/>
          </p:nvPicPr>
          <p:blipFill>
            <a:blip r:embed="rId6"/>
            <a:stretch>
              <a:fillRect/>
            </a:stretch>
          </p:blipFill>
          <p:spPr>
            <a:xfrm>
              <a:off x="7554002" y="1085842"/>
              <a:ext cx="1163728" cy="1040384"/>
            </a:xfrm>
            <a:prstGeom prst="rect">
              <a:avLst/>
            </a:prstGeom>
          </p:spPr>
        </p:pic>
      </p:grpSp>
      <p:pic>
        <p:nvPicPr>
          <p:cNvPr id="56" name="Picture 55">
            <a:extLst>
              <a:ext uri="{FF2B5EF4-FFF2-40B4-BE49-F238E27FC236}">
                <a16:creationId xmlns:a16="http://schemas.microsoft.com/office/drawing/2014/main" id="{EEBFAF46-E2FE-89E8-4195-097FAA650B24}"/>
              </a:ext>
            </a:extLst>
          </p:cNvPr>
          <p:cNvPicPr>
            <a:picLocks noChangeAspect="1"/>
          </p:cNvPicPr>
          <p:nvPr/>
        </p:nvPicPr>
        <p:blipFill>
          <a:blip r:embed="rId7"/>
          <a:stretch>
            <a:fillRect/>
          </a:stretch>
        </p:blipFill>
        <p:spPr>
          <a:xfrm>
            <a:off x="1002868" y="1206207"/>
            <a:ext cx="2820163" cy="2632380"/>
          </a:xfrm>
          <a:prstGeom prst="rect">
            <a:avLst/>
          </a:prstGeom>
          <a:ln>
            <a:solidFill>
              <a:schemeClr val="tx2"/>
            </a:solidFill>
          </a:ln>
        </p:spPr>
      </p:pic>
      <p:grpSp>
        <p:nvGrpSpPr>
          <p:cNvPr id="34" name="Group 33">
            <a:extLst>
              <a:ext uri="{FF2B5EF4-FFF2-40B4-BE49-F238E27FC236}">
                <a16:creationId xmlns:a16="http://schemas.microsoft.com/office/drawing/2014/main" id="{B439FBC7-3701-AC95-76B2-786DAF9910E8}"/>
              </a:ext>
            </a:extLst>
          </p:cNvPr>
          <p:cNvGrpSpPr/>
          <p:nvPr/>
        </p:nvGrpSpPr>
        <p:grpSpPr>
          <a:xfrm>
            <a:off x="8228677" y="4245538"/>
            <a:ext cx="2288707" cy="2548327"/>
            <a:chOff x="8759032" y="4194524"/>
            <a:chExt cx="2288707" cy="2548327"/>
          </a:xfrm>
        </p:grpSpPr>
        <p:sp>
          <p:nvSpPr>
            <p:cNvPr id="11" name="Rectangle 10">
              <a:extLst>
                <a:ext uri="{FF2B5EF4-FFF2-40B4-BE49-F238E27FC236}">
                  <a16:creationId xmlns:a16="http://schemas.microsoft.com/office/drawing/2014/main" id="{A5BD2A56-A07F-36ED-EBA7-DD359D4C39ED}"/>
                </a:ext>
              </a:extLst>
            </p:cNvPr>
            <p:cNvSpPr/>
            <p:nvPr/>
          </p:nvSpPr>
          <p:spPr>
            <a:xfrm>
              <a:off x="8759032" y="4194524"/>
              <a:ext cx="2178050" cy="68580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latin typeface="Arial" pitchFamily="34" charset="0"/>
                <a:cs typeface="Arial" pitchFamily="34" charset="0"/>
              </a:endParaRPr>
            </a:p>
          </p:txBody>
        </p:sp>
        <p:sp>
          <p:nvSpPr>
            <p:cNvPr id="14" name="Rectangle 13">
              <a:extLst>
                <a:ext uri="{FF2B5EF4-FFF2-40B4-BE49-F238E27FC236}">
                  <a16:creationId xmlns:a16="http://schemas.microsoft.com/office/drawing/2014/main" id="{DB6B4010-5E04-B656-0A3D-27095278EF1E}"/>
                </a:ext>
              </a:extLst>
            </p:cNvPr>
            <p:cNvSpPr/>
            <p:nvPr/>
          </p:nvSpPr>
          <p:spPr>
            <a:xfrm>
              <a:off x="8792114" y="5056414"/>
              <a:ext cx="2178050" cy="68580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latin typeface="Arial" pitchFamily="34" charset="0"/>
                <a:cs typeface="Arial" pitchFamily="34" charset="0"/>
              </a:endParaRPr>
            </a:p>
          </p:txBody>
        </p:sp>
        <p:sp>
          <p:nvSpPr>
            <p:cNvPr id="15" name="TextBox 14">
              <a:extLst>
                <a:ext uri="{FF2B5EF4-FFF2-40B4-BE49-F238E27FC236}">
                  <a16:creationId xmlns:a16="http://schemas.microsoft.com/office/drawing/2014/main" id="{5927E02C-7703-68D6-CCEF-5481CA7AB429}"/>
                </a:ext>
              </a:extLst>
            </p:cNvPr>
            <p:cNvSpPr txBox="1"/>
            <p:nvPr/>
          </p:nvSpPr>
          <p:spPr>
            <a:xfrm>
              <a:off x="8982981" y="4344998"/>
              <a:ext cx="1582484" cy="369332"/>
            </a:xfrm>
            <a:prstGeom prst="rect">
              <a:avLst/>
            </a:prstGeom>
            <a:noFill/>
          </p:spPr>
          <p:txBody>
            <a:bodyPr wrap="none" rtlCol="0">
              <a:spAutoFit/>
            </a:bodyPr>
            <a:lstStyle/>
            <a:p>
              <a:r>
                <a:rPr lang="en-IN" dirty="0" err="1">
                  <a:latin typeface="Arial" pitchFamily="34" charset="0"/>
                  <a:cs typeface="Arial" pitchFamily="34" charset="0"/>
                </a:rPr>
                <a:t>PhasedArray</a:t>
              </a:r>
              <a:r>
                <a:rPr lang="en-IN" dirty="0">
                  <a:latin typeface="Arial" pitchFamily="34" charset="0"/>
                  <a:cs typeface="Arial" pitchFamily="34" charset="0"/>
                </a:rPr>
                <a:t> </a:t>
              </a:r>
            </a:p>
          </p:txBody>
        </p:sp>
        <p:sp>
          <p:nvSpPr>
            <p:cNvPr id="23" name="TextBox 22">
              <a:extLst>
                <a:ext uri="{FF2B5EF4-FFF2-40B4-BE49-F238E27FC236}">
                  <a16:creationId xmlns:a16="http://schemas.microsoft.com/office/drawing/2014/main" id="{7F087874-C005-F2AF-9899-9A650C28FDE0}"/>
                </a:ext>
              </a:extLst>
            </p:cNvPr>
            <p:cNvSpPr txBox="1"/>
            <p:nvPr/>
          </p:nvSpPr>
          <p:spPr>
            <a:xfrm>
              <a:off x="9090615" y="5225761"/>
              <a:ext cx="1415837" cy="369332"/>
            </a:xfrm>
            <a:prstGeom prst="rect">
              <a:avLst/>
            </a:prstGeom>
            <a:noFill/>
          </p:spPr>
          <p:txBody>
            <a:bodyPr wrap="none" rtlCol="0">
              <a:spAutoFit/>
            </a:bodyPr>
            <a:lstStyle/>
            <a:p>
              <a:r>
                <a:rPr lang="en-IN" dirty="0">
                  <a:latin typeface="Arial" pitchFamily="34" charset="0"/>
                  <a:cs typeface="Arial" pitchFamily="34" charset="0"/>
                </a:rPr>
                <a:t>Ray Tracing</a:t>
              </a:r>
            </a:p>
          </p:txBody>
        </p:sp>
        <p:sp>
          <p:nvSpPr>
            <p:cNvPr id="24" name="Rectangle 23">
              <a:extLst>
                <a:ext uri="{FF2B5EF4-FFF2-40B4-BE49-F238E27FC236}">
                  <a16:creationId xmlns:a16="http://schemas.microsoft.com/office/drawing/2014/main" id="{3A019DEB-5580-4060-C6C9-8B4DCB4DB751}"/>
                </a:ext>
              </a:extLst>
            </p:cNvPr>
            <p:cNvSpPr/>
            <p:nvPr/>
          </p:nvSpPr>
          <p:spPr>
            <a:xfrm>
              <a:off x="8775437" y="6057051"/>
              <a:ext cx="2178050" cy="68580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a:latin typeface="Arial" pitchFamily="34" charset="0"/>
                <a:cs typeface="Arial" pitchFamily="34" charset="0"/>
              </a:endParaRPr>
            </a:p>
          </p:txBody>
        </p:sp>
        <p:sp>
          <p:nvSpPr>
            <p:cNvPr id="33" name="TextBox 32">
              <a:extLst>
                <a:ext uri="{FF2B5EF4-FFF2-40B4-BE49-F238E27FC236}">
                  <a16:creationId xmlns:a16="http://schemas.microsoft.com/office/drawing/2014/main" id="{A1A79335-4600-7E70-3D7E-76F0E7C4F63C}"/>
                </a:ext>
              </a:extLst>
            </p:cNvPr>
            <p:cNvSpPr txBox="1"/>
            <p:nvPr/>
          </p:nvSpPr>
          <p:spPr>
            <a:xfrm>
              <a:off x="9246371" y="6176318"/>
              <a:ext cx="1801368" cy="400110"/>
            </a:xfrm>
            <a:prstGeom prst="rect">
              <a:avLst/>
            </a:prstGeom>
            <a:noFill/>
          </p:spPr>
          <p:txBody>
            <a:bodyPr wrap="square" rtlCol="0">
              <a:spAutoFit/>
            </a:bodyPr>
            <a:lstStyle/>
            <a:p>
              <a:r>
                <a:rPr lang="en-US" sz="2000" dirty="0">
                  <a:latin typeface="Arial" pitchFamily="34" charset="0"/>
                  <a:cs typeface="Arial" pitchFamily="34" charset="0"/>
                </a:rPr>
                <a:t>Satcom </a:t>
              </a:r>
            </a:p>
          </p:txBody>
        </p:sp>
      </p:grpSp>
      <p:sp>
        <p:nvSpPr>
          <p:cNvPr id="35" name="TextBox 34">
            <a:extLst>
              <a:ext uri="{FF2B5EF4-FFF2-40B4-BE49-F238E27FC236}">
                <a16:creationId xmlns:a16="http://schemas.microsoft.com/office/drawing/2014/main" id="{39C700AC-1A41-6860-1ECE-18AD6F4D9F62}"/>
              </a:ext>
            </a:extLst>
          </p:cNvPr>
          <p:cNvSpPr txBox="1"/>
          <p:nvPr/>
        </p:nvSpPr>
        <p:spPr>
          <a:xfrm>
            <a:off x="10830750" y="3906915"/>
            <a:ext cx="2178050" cy="707886"/>
          </a:xfrm>
          <a:prstGeom prst="rect">
            <a:avLst/>
          </a:prstGeom>
          <a:noFill/>
        </p:spPr>
        <p:txBody>
          <a:bodyPr wrap="square" rtlCol="0">
            <a:spAutoFit/>
          </a:bodyPr>
          <a:lstStyle/>
          <a:p>
            <a:r>
              <a:rPr lang="en-US" sz="2000" dirty="0">
                <a:latin typeface="Arial" pitchFamily="34" charset="0"/>
                <a:cs typeface="Arial" pitchFamily="34" charset="0"/>
              </a:rPr>
              <a:t>Comms</a:t>
            </a:r>
          </a:p>
          <a:p>
            <a:r>
              <a:rPr lang="en-US" sz="2000" dirty="0">
                <a:latin typeface="Arial" pitchFamily="34" charset="0"/>
                <a:cs typeface="Arial" pitchFamily="34" charset="0"/>
              </a:rPr>
              <a:t>Standards</a:t>
            </a:r>
          </a:p>
        </p:txBody>
      </p:sp>
      <p:sp>
        <p:nvSpPr>
          <p:cNvPr id="37" name="TextBox 36">
            <a:extLst>
              <a:ext uri="{FF2B5EF4-FFF2-40B4-BE49-F238E27FC236}">
                <a16:creationId xmlns:a16="http://schemas.microsoft.com/office/drawing/2014/main" id="{E3797453-2A96-E87B-D213-CD646E854D0D}"/>
              </a:ext>
            </a:extLst>
          </p:cNvPr>
          <p:cNvSpPr txBox="1"/>
          <p:nvPr/>
        </p:nvSpPr>
        <p:spPr>
          <a:xfrm>
            <a:off x="10896897" y="4749065"/>
            <a:ext cx="2178050" cy="400110"/>
          </a:xfrm>
          <a:prstGeom prst="rect">
            <a:avLst/>
          </a:prstGeom>
          <a:noFill/>
        </p:spPr>
        <p:txBody>
          <a:bodyPr wrap="square" rtlCol="0">
            <a:spAutoFit/>
          </a:bodyPr>
          <a:lstStyle/>
          <a:p>
            <a:r>
              <a:rPr lang="en-US" sz="2000" dirty="0">
                <a:latin typeface="Arial" pitchFamily="34" charset="0"/>
                <a:cs typeface="Arial" pitchFamily="34" charset="0"/>
              </a:rPr>
              <a:t>Radar</a:t>
            </a:r>
          </a:p>
        </p:txBody>
      </p:sp>
      <p:cxnSp>
        <p:nvCxnSpPr>
          <p:cNvPr id="40" name="Connector: Elbow 39">
            <a:extLst>
              <a:ext uri="{FF2B5EF4-FFF2-40B4-BE49-F238E27FC236}">
                <a16:creationId xmlns:a16="http://schemas.microsoft.com/office/drawing/2014/main" id="{902239E8-6443-B8C6-DACA-5A033157736D}"/>
              </a:ext>
            </a:extLst>
          </p:cNvPr>
          <p:cNvCxnSpPr/>
          <p:nvPr/>
        </p:nvCxnSpPr>
        <p:spPr>
          <a:xfrm flipV="1">
            <a:off x="7562413" y="4680592"/>
            <a:ext cx="649467" cy="596183"/>
          </a:xfrm>
          <a:prstGeom prst="bentConnector3">
            <a:avLst/>
          </a:prstGeom>
          <a:ln w="9525">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C343D541-0D37-47ED-B29B-17DCEFFD3AAA}"/>
              </a:ext>
            </a:extLst>
          </p:cNvPr>
          <p:cNvCxnSpPr>
            <a:cxnSpLocks/>
          </p:cNvCxnSpPr>
          <p:nvPr/>
        </p:nvCxnSpPr>
        <p:spPr>
          <a:xfrm>
            <a:off x="7554075" y="5285190"/>
            <a:ext cx="699346" cy="110092"/>
          </a:xfrm>
          <a:prstGeom prst="bentConnector3">
            <a:avLst/>
          </a:prstGeom>
          <a:ln w="9525">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E557E6BE-5E8A-64DC-3AA9-E2212135C618}"/>
              </a:ext>
            </a:extLst>
          </p:cNvPr>
          <p:cNvCxnSpPr>
            <a:cxnSpLocks/>
            <a:endCxn id="24" idx="1"/>
          </p:cNvCxnSpPr>
          <p:nvPr/>
        </p:nvCxnSpPr>
        <p:spPr>
          <a:xfrm rot="16200000" flipH="1">
            <a:off x="7552846" y="5758728"/>
            <a:ext cx="1055683" cy="328790"/>
          </a:xfrm>
          <a:prstGeom prst="bentConnector2">
            <a:avLst/>
          </a:prstGeom>
          <a:ln w="9525">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Connector: Elbow 62">
            <a:extLst>
              <a:ext uri="{FF2B5EF4-FFF2-40B4-BE49-F238E27FC236}">
                <a16:creationId xmlns:a16="http://schemas.microsoft.com/office/drawing/2014/main" id="{3D59BC2F-18A0-672D-240B-C8C41E270787}"/>
              </a:ext>
            </a:extLst>
          </p:cNvPr>
          <p:cNvCxnSpPr>
            <a:cxnSpLocks/>
            <a:endCxn id="16" idx="1"/>
          </p:cNvCxnSpPr>
          <p:nvPr/>
        </p:nvCxnSpPr>
        <p:spPr>
          <a:xfrm rot="5400000" flipH="1" flipV="1">
            <a:off x="7235442" y="4253124"/>
            <a:ext cx="1601911" cy="350966"/>
          </a:xfrm>
          <a:prstGeom prst="bentConnector2">
            <a:avLst/>
          </a:prstGeom>
          <a:ln w="9525">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F9205B8A-C366-F7A5-3EF7-161DD383EED3}"/>
              </a:ext>
            </a:extLst>
          </p:cNvPr>
          <p:cNvCxnSpPr>
            <a:cxnSpLocks/>
            <a:stCxn id="11" idx="3"/>
          </p:cNvCxnSpPr>
          <p:nvPr/>
        </p:nvCxnSpPr>
        <p:spPr>
          <a:xfrm flipV="1">
            <a:off x="10406727" y="4580678"/>
            <a:ext cx="424023" cy="7760"/>
          </a:xfrm>
          <a:prstGeom prst="straightConnector1">
            <a:avLst/>
          </a:prstGeom>
          <a:ln w="952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2345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5"/>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5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85"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RS_CLASSIFICATION" val=" "/>
</p:tagLst>
</file>

<file path=ppt/theme/theme1.xml><?xml version="1.0" encoding="utf-8"?>
<a:theme xmlns:a="http://schemas.openxmlformats.org/drawingml/2006/main" name="MW_Public_widescreen">
  <a:themeElements>
    <a:clrScheme name="MW">
      <a:dk1>
        <a:srgbClr val="000000"/>
      </a:dk1>
      <a:lt1>
        <a:srgbClr val="FFFFFF"/>
      </a:lt1>
      <a:dk2>
        <a:srgbClr val="0076A8"/>
      </a:dk2>
      <a:lt2>
        <a:srgbClr val="ECF5F8"/>
      </a:lt2>
      <a:accent1>
        <a:srgbClr val="D78824"/>
      </a:accent1>
      <a:accent2>
        <a:srgbClr val="004B87"/>
      </a:accent2>
      <a:accent3>
        <a:srgbClr val="00A9E0"/>
      </a:accent3>
      <a:accent4>
        <a:srgbClr val="F2A900"/>
      </a:accent4>
      <a:accent5>
        <a:srgbClr val="B7302C"/>
      </a:accent5>
      <a:accent6>
        <a:srgbClr val="48A23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b="1" dirty="0" smtClean="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5">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dirty="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mw_public.potx" id="{77614DB2-AEEA-4C6F-B978-696DC4DCAD1E}" vid="{BAA8EA8E-6A7A-48B5-92CD-28D182738C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23E32C3022BA344AE607CE1B766CD2B" ma:contentTypeVersion="20" ma:contentTypeDescription="Create a new document." ma:contentTypeScope="" ma:versionID="5a5fcfb9cc5c272f01249a47aa4133c0">
  <xsd:schema xmlns:xsd="http://www.w3.org/2001/XMLSchema" xmlns:xs="http://www.w3.org/2001/XMLSchema" xmlns:p="http://schemas.microsoft.com/office/2006/metadata/properties" xmlns:ns1="http://schemas.microsoft.com/sharepoint/v3" xmlns:ns2="a70944c9-f5be-4b0f-89c7-00caf47c665c" xmlns:ns3="19f94994-4311-4823-a682-47492cb9e3e3" targetNamespace="http://schemas.microsoft.com/office/2006/metadata/properties" ma:root="true" ma:fieldsID="a22a3b39221887b161ef847201591c90" ns1:_="" ns2:_="" ns3:_="">
    <xsd:import namespace="http://schemas.microsoft.com/sharepoint/v3"/>
    <xsd:import namespace="a70944c9-f5be-4b0f-89c7-00caf47c665c"/>
    <xsd:import namespace="19f94994-4311-4823-a682-47492cb9e3e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2:MediaServiceOCR"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3:SharedWithUsers" minOccurs="0"/>
                <xsd:element ref="ns3:SharedWithDetails" minOccurs="0"/>
                <xsd:element ref="ns3:TaxCatchAll" minOccurs="0"/>
                <xsd:element ref="ns2:lcf76f155ced4ddcb4097134ff3c332f" minOccurs="0"/>
                <xsd:element ref="ns1:_ip_UnifiedCompliancePolicyProperties" minOccurs="0"/>
                <xsd:element ref="ns1:_ip_UnifiedCompliancePolicyUIAction"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70944c9-f5be-4b0f-89c7-00caf47c66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c2fbcc8-9673-4dab-87c4-578ccfafc19c" ma:termSetId="09814cd3-568e-fe90-9814-8d621ff8fb84" ma:anchorId="fba54fb3-c3e1-fe81-a776-ca4b69148c4d" ma:open="true" ma:isKeyword="false">
      <xsd:complexType>
        <xsd:sequence>
          <xsd:element ref="pc:Terms" minOccurs="0" maxOccurs="1"/>
        </xsd:sequence>
      </xsd:complexType>
    </xsd:element>
    <xsd:element name="MediaServiceLocation" ma:index="25"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9f94994-4311-4823-a682-47492cb9e3e3"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782cf2d-0c7e-4ff1-a1db-b4d157ce0b53}" ma:internalName="TaxCatchAll" ma:showField="CatchAllData" ma:web="19f94994-4311-4823-a682-47492cb9e3e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70944c9-f5be-4b0f-89c7-00caf47c665c">
      <Terms xmlns="http://schemas.microsoft.com/office/infopath/2007/PartnerControls"/>
    </lcf76f155ced4ddcb4097134ff3c332f>
    <TaxCatchAll xmlns="19f94994-4311-4823-a682-47492cb9e3e3"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D1439A1B-61DB-461C-83F7-A0353C9BF2B7}">
  <ds:schemaRefs>
    <ds:schemaRef ds:uri="19f94994-4311-4823-a682-47492cb9e3e3"/>
    <ds:schemaRef ds:uri="a70944c9-f5be-4b0f-89c7-00caf47c66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B61DF2E-245C-45DF-A9A5-EABECEA4295F}">
  <ds:schemaRefs>
    <ds:schemaRef ds:uri="http://schemas.microsoft.com/sharepoint/v3/contenttype/forms"/>
  </ds:schemaRefs>
</ds:datastoreItem>
</file>

<file path=customXml/itemProps3.xml><?xml version="1.0" encoding="utf-8"?>
<ds:datastoreItem xmlns:ds="http://schemas.openxmlformats.org/officeDocument/2006/customXml" ds:itemID="{73B851B7-D313-4E85-A1E0-5976CFE11EC3}">
  <ds:schemaRefs>
    <ds:schemaRef ds:uri="19f94994-4311-4823-a682-47492cb9e3e3"/>
    <ds:schemaRef ds:uri="a70944c9-f5be-4b0f-89c7-00caf47c665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99dd3a11-4348-4468-9bdd-e5072b1dc1e6}" enabled="0" method="" siteId="{99dd3a11-4348-4468-9bdd-e5072b1dc1e6}" removed="1"/>
</clbl:labelList>
</file>

<file path=docProps/app.xml><?xml version="1.0" encoding="utf-8"?>
<Properties xmlns="http://schemas.openxmlformats.org/officeDocument/2006/extended-properties" xmlns:vt="http://schemas.openxmlformats.org/officeDocument/2006/docPropsVTypes">
  <Template>blank</Template>
  <TotalTime>0</TotalTime>
  <Words>2026</Words>
  <Application>Microsoft Office PowerPoint</Application>
  <PresentationFormat>Widescreen</PresentationFormat>
  <Paragraphs>212</Paragraphs>
  <Slides>16</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Cambria Math</vt:lpstr>
      <vt:lpstr>Courier New</vt:lpstr>
      <vt:lpstr>Wingdings</vt:lpstr>
      <vt:lpstr>MW_Public_widescreen</vt:lpstr>
      <vt:lpstr>PowerPoint Presentation</vt:lpstr>
      <vt:lpstr>Antenna Workflows #2: Importing Data</vt:lpstr>
      <vt:lpstr>Importing Patterns – File Readers</vt:lpstr>
      <vt:lpstr>Using Antenna Data: Introducing the Measured Antenna Object</vt:lpstr>
      <vt:lpstr>Antenna Workflows #2: Importing Data with AI</vt:lpstr>
      <vt:lpstr>What if my Pattern is not Complete?         Can you reconstruct the full (3D) pattern?</vt:lpstr>
      <vt:lpstr>What if my Pattern is not Complete? </vt:lpstr>
      <vt:lpstr>What if my Pattern is not Complete? 3D Pattern Reconstruction</vt:lpstr>
      <vt:lpstr>AI-Enabled Pattern Reconstruction – Overview  </vt:lpstr>
      <vt:lpstr>AI-Enabled Pattern Reconstruction – Generator Architecture</vt:lpstr>
      <vt:lpstr>AI-Enabled Pattern Reconstruction – Feature Loss Autoencoder</vt:lpstr>
      <vt:lpstr>Pattern Reconstruction Using AI: Simulation Data Results</vt:lpstr>
      <vt:lpstr>Pattern Reconstruction Using AI: Measured Data Results Collaboration with Rohde&amp;Schwarz</vt:lpstr>
      <vt:lpstr>Interactive Exercises Using MATLAB Online R2026a</vt:lpstr>
      <vt:lpstr>Live Demo Using R2026b Prerelease</vt:lpstr>
      <vt:lpstr>PowerPoint Presentation</vt:lpstr>
    </vt:vector>
  </TitlesOfParts>
  <Manager/>
  <Company>MathWorks,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Vishwanath Iyer</dc:creator>
  <cp:keywords>Version 23.0</cp:keywords>
  <dc:description/>
  <cp:lastModifiedBy>Sekhar Sekharan</cp:lastModifiedBy>
  <cp:revision>305</cp:revision>
  <cp:lastPrinted>2025-04-21T19:49:59Z</cp:lastPrinted>
  <dcterms:created xsi:type="dcterms:W3CDTF">2024-10-16T15:33:28Z</dcterms:created>
  <dcterms:modified xsi:type="dcterms:W3CDTF">2026-07-12T14:12:12Z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441712758</vt:i4>
  </property>
  <property fmtid="{D5CDD505-2E9C-101B-9397-08002B2CF9AE}" pid="3" name="_NewReviewCycle">
    <vt:lpwstr/>
  </property>
  <property fmtid="{D5CDD505-2E9C-101B-9397-08002B2CF9AE}" pid="4" name="_EmailSubject">
    <vt:lpwstr>Quick PPT question</vt:lpwstr>
  </property>
  <property fmtid="{D5CDD505-2E9C-101B-9397-08002B2CF9AE}" pid="5" name="_AuthorEmail">
    <vt:lpwstr>Julie.Cornell@mathworks.com</vt:lpwstr>
  </property>
  <property fmtid="{D5CDD505-2E9C-101B-9397-08002B2CF9AE}" pid="6" name="_AuthorEmailDisplayName">
    <vt:lpwstr>Julie Cornell</vt:lpwstr>
  </property>
  <property fmtid="{D5CDD505-2E9C-101B-9397-08002B2CF9AE}" pid="7" name="ContentTypeId">
    <vt:lpwstr>0x010100E23E32C3022BA344AE607CE1B766CD2B</vt:lpwstr>
  </property>
  <property fmtid="{D5CDD505-2E9C-101B-9397-08002B2CF9AE}" pid="8" name="Order">
    <vt:r8>47491500</vt:r8>
  </property>
  <property fmtid="{D5CDD505-2E9C-101B-9397-08002B2CF9AE}" pid="9" name="xd_Signature">
    <vt:bool>false</vt:bool>
  </property>
  <property fmtid="{D5CDD505-2E9C-101B-9397-08002B2CF9AE}" pid="10" name="xd_ProgID">
    <vt:lpwstr/>
  </property>
  <property fmtid="{D5CDD505-2E9C-101B-9397-08002B2CF9AE}" pid="11" name="ComplianceAssetId">
    <vt:lpwstr/>
  </property>
  <property fmtid="{D5CDD505-2E9C-101B-9397-08002B2CF9AE}" pid="12" name="TemplateUrl">
    <vt:lpwstr/>
  </property>
  <property fmtid="{D5CDD505-2E9C-101B-9397-08002B2CF9AE}" pid="13" name="MediaServiceImageTags">
    <vt:lpwstr/>
  </property>
</Properties>
</file>