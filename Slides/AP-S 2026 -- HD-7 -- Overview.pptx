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1347" r:id="rId5"/>
    <p:sldId id="2145706540" r:id="rId6"/>
    <p:sldId id="2147376758" r:id="rId7"/>
  </p:sldIdLst>
  <p:sldSz cx="12192000" cy="6858000"/>
  <p:notesSz cx="7099300" cy="9385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F512312-3C0E-41DF-9976-0EE6FEB7F8AF}">
          <p14:sldIdLst>
            <p14:sldId id="1347"/>
            <p14:sldId id="2145706540"/>
            <p14:sldId id="21473767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6400"/>
    <a:srgbClr val="228B22"/>
    <a:srgbClr val="A020F6"/>
    <a:srgbClr val="0000FF"/>
    <a:srgbClr val="636569"/>
    <a:srgbClr val="715091"/>
    <a:srgbClr val="176DAD"/>
    <a:srgbClr val="0D78C9"/>
    <a:srgbClr val="024C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4AEF8-201C-8E1C-4657-E4205BD58110}" v="548" dt="2026-07-10T13:40:45.924"/>
    <p1510:client id="{243A51C8-5E7F-AD81-7D65-7AEB4D0A4F4B}" v="35" dt="2026-07-11T14:15:04.946"/>
    <p1510:client id="{77E0C31D-0C18-1930-84F7-3703432895A2}" v="125" dt="2026-07-10T21:46:48.746"/>
    <p1510:client id="{FF69A500-E4E1-7D1F-1CCA-7AACF429271E}" v="36" dt="2026-07-11T14:23:16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1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56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arshan Sivaramakrishnan" userId="S::ssivaram@mathworks.com::de70194d-fdbd-489d-817c-0c0648753bc1" providerId="AD" clId="Web-{77E0C31D-0C18-1930-84F7-3703432895A2}"/>
    <pc:docChg chg="addSld delSld modSld modSection">
      <pc:chgData name="Sudarshan Sivaramakrishnan" userId="S::ssivaram@mathworks.com::de70194d-fdbd-489d-817c-0c0648753bc1" providerId="AD" clId="Web-{77E0C31D-0C18-1930-84F7-3703432895A2}" dt="2026-07-10T21:46:48.746" v="124" actId="20577"/>
      <pc:docMkLst>
        <pc:docMk/>
      </pc:docMkLst>
      <pc:sldChg chg="addSp delSp modSp">
        <pc:chgData name="Sudarshan Sivaramakrishnan" userId="S::ssivaram@mathworks.com::de70194d-fdbd-489d-817c-0c0648753bc1" providerId="AD" clId="Web-{77E0C31D-0C18-1930-84F7-3703432895A2}" dt="2026-07-10T21:29:22.490" v="111" actId="1076"/>
        <pc:sldMkLst>
          <pc:docMk/>
          <pc:sldMk cId="4143862939" sldId="1347"/>
        </pc:sldMkLst>
        <pc:spChg chg="mod">
          <ac:chgData name="Sudarshan Sivaramakrishnan" userId="S::ssivaram@mathworks.com::de70194d-fdbd-489d-817c-0c0648753bc1" providerId="AD" clId="Web-{77E0C31D-0C18-1930-84F7-3703432895A2}" dt="2026-07-10T21:28:23.753" v="85" actId="20577"/>
          <ac:spMkLst>
            <pc:docMk/>
            <pc:sldMk cId="4143862939" sldId="1347"/>
            <ac:spMk id="64" creationId="{56F79708-3A54-5B46-89C1-DA221468F30F}"/>
          </ac:spMkLst>
        </pc:spChg>
        <pc:picChg chg="add del mod">
          <ac:chgData name="Sudarshan Sivaramakrishnan" userId="S::ssivaram@mathworks.com::de70194d-fdbd-489d-817c-0c0648753bc1" providerId="AD" clId="Web-{77E0C31D-0C18-1930-84F7-3703432895A2}" dt="2026-07-10T21:29:22.490" v="111" actId="1076"/>
          <ac:picMkLst>
            <pc:docMk/>
            <pc:sldMk cId="4143862939" sldId="1347"/>
            <ac:picMk id="6" creationId="{B2988EDF-F83B-1E5D-2AE6-4701A01553DE}"/>
          </ac:picMkLst>
        </pc:picChg>
        <pc:picChg chg="add del">
          <ac:chgData name="Sudarshan Sivaramakrishnan" userId="S::ssivaram@mathworks.com::de70194d-fdbd-489d-817c-0c0648753bc1" providerId="AD" clId="Web-{77E0C31D-0C18-1930-84F7-3703432895A2}" dt="2026-07-10T21:29:05.692" v="103"/>
          <ac:picMkLst>
            <pc:docMk/>
            <pc:sldMk cId="4143862939" sldId="1347"/>
            <ac:picMk id="25" creationId="{869FFC2A-611A-3695-8BE2-80A4C02DA26C}"/>
          </ac:picMkLst>
        </pc:picChg>
      </pc:sldChg>
      <pc:sldChg chg="modSp">
        <pc:chgData name="Sudarshan Sivaramakrishnan" userId="S::ssivaram@mathworks.com::de70194d-fdbd-489d-817c-0c0648753bc1" providerId="AD" clId="Web-{77E0C31D-0C18-1930-84F7-3703432895A2}" dt="2026-07-10T21:26:11.670" v="77" actId="20577"/>
        <pc:sldMkLst>
          <pc:docMk/>
          <pc:sldMk cId="2695534885" sldId="2147479341"/>
        </pc:sldMkLst>
        <pc:spChg chg="mod">
          <ac:chgData name="Sudarshan Sivaramakrishnan" userId="S::ssivaram@mathworks.com::de70194d-fdbd-489d-817c-0c0648753bc1" providerId="AD" clId="Web-{77E0C31D-0C18-1930-84F7-3703432895A2}" dt="2026-07-10T21:26:11.670" v="77" actId="20577"/>
          <ac:spMkLst>
            <pc:docMk/>
            <pc:sldMk cId="2695534885" sldId="2147479341"/>
            <ac:spMk id="2" creationId="{BF1E7ACC-47AC-24FE-65FD-314A1FCD5CCB}"/>
          </ac:spMkLst>
        </pc:spChg>
      </pc:sldChg>
      <pc:sldChg chg="addSp delSp modSp add del replId">
        <pc:chgData name="Sudarshan Sivaramakrishnan" userId="S::ssivaram@mathworks.com::de70194d-fdbd-489d-817c-0c0648753bc1" providerId="AD" clId="Web-{77E0C31D-0C18-1930-84F7-3703432895A2}" dt="2026-07-10T21:29:14.833" v="108" actId="1076"/>
        <pc:sldMkLst>
          <pc:docMk/>
          <pc:sldMk cId="3426075837" sldId="2147479342"/>
        </pc:sldMkLst>
        <pc:spChg chg="mod">
          <ac:chgData name="Sudarshan Sivaramakrishnan" userId="S::ssivaram@mathworks.com::de70194d-fdbd-489d-817c-0c0648753bc1" providerId="AD" clId="Web-{77E0C31D-0C18-1930-84F7-3703432895A2}" dt="2026-07-10T21:28:29.253" v="87" actId="20577"/>
          <ac:spMkLst>
            <pc:docMk/>
            <pc:sldMk cId="3426075837" sldId="2147479342"/>
            <ac:spMk id="64" creationId="{1C84F14F-1D05-5B1B-47CE-30CFA91987FB}"/>
          </ac:spMkLst>
        </pc:spChg>
        <pc:picChg chg="add del mod modCrop">
          <ac:chgData name="Sudarshan Sivaramakrishnan" userId="S::ssivaram@mathworks.com::de70194d-fdbd-489d-817c-0c0648753bc1" providerId="AD" clId="Web-{77E0C31D-0C18-1930-84F7-3703432895A2}" dt="2026-07-10T21:29:01.051" v="100"/>
          <ac:picMkLst>
            <pc:docMk/>
            <pc:sldMk cId="3426075837" sldId="2147479342"/>
            <ac:picMk id="2" creationId="{BD38284C-24DC-6F85-7363-B9A279ED973D}"/>
          </ac:picMkLst>
        </pc:picChg>
        <pc:picChg chg="add mod modCrop">
          <ac:chgData name="Sudarshan Sivaramakrishnan" userId="S::ssivaram@mathworks.com::de70194d-fdbd-489d-817c-0c0648753bc1" providerId="AD" clId="Web-{77E0C31D-0C18-1930-84F7-3703432895A2}" dt="2026-07-10T21:29:14.833" v="108" actId="1076"/>
          <ac:picMkLst>
            <pc:docMk/>
            <pc:sldMk cId="3426075837" sldId="2147479342"/>
            <ac:picMk id="5" creationId="{176B3799-0CEC-D9A5-BA26-116F4D0A4544}"/>
          </ac:picMkLst>
        </pc:picChg>
        <pc:picChg chg="del mod">
          <ac:chgData name="Sudarshan Sivaramakrishnan" userId="S::ssivaram@mathworks.com::de70194d-fdbd-489d-817c-0c0648753bc1" providerId="AD" clId="Web-{77E0C31D-0C18-1930-84F7-3703432895A2}" dt="2026-07-10T21:28:50.285" v="92"/>
          <ac:picMkLst>
            <pc:docMk/>
            <pc:sldMk cId="3426075837" sldId="2147479342"/>
            <ac:picMk id="6" creationId="{0594374E-00FF-CDE4-AD0F-FDF9931E9451}"/>
          </ac:picMkLst>
        </pc:picChg>
        <pc:picChg chg="del">
          <ac:chgData name="Sudarshan Sivaramakrishnan" userId="S::ssivaram@mathworks.com::de70194d-fdbd-489d-817c-0c0648753bc1" providerId="AD" clId="Web-{77E0C31D-0C18-1930-84F7-3703432895A2}" dt="2026-07-10T21:28:38.832" v="89"/>
          <ac:picMkLst>
            <pc:docMk/>
            <pc:sldMk cId="3426075837" sldId="2147479342"/>
            <ac:picMk id="25" creationId="{B9A8D451-6866-5BC0-23C1-DB660EDBB2F1}"/>
          </ac:picMkLst>
        </pc:picChg>
      </pc:sldChg>
      <pc:sldChg chg="modSp new">
        <pc:chgData name="Sudarshan Sivaramakrishnan" userId="S::ssivaram@mathworks.com::de70194d-fdbd-489d-817c-0c0648753bc1" providerId="AD" clId="Web-{77E0C31D-0C18-1930-84F7-3703432895A2}" dt="2026-07-10T21:46:48.746" v="124" actId="20577"/>
        <pc:sldMkLst>
          <pc:docMk/>
          <pc:sldMk cId="1455500157" sldId="2147479343"/>
        </pc:sldMkLst>
        <pc:spChg chg="mod">
          <ac:chgData name="Sudarshan Sivaramakrishnan" userId="S::ssivaram@mathworks.com::de70194d-fdbd-489d-817c-0c0648753bc1" providerId="AD" clId="Web-{77E0C31D-0C18-1930-84F7-3703432895A2}" dt="2026-07-10T21:46:48.746" v="124" actId="20577"/>
          <ac:spMkLst>
            <pc:docMk/>
            <pc:sldMk cId="1455500157" sldId="2147479343"/>
            <ac:spMk id="2" creationId="{880F8E95-FC92-C865-9D90-9D3570C5CB7A}"/>
          </ac:spMkLst>
        </pc:spChg>
      </pc:sldChg>
    </pc:docChg>
  </pc:docChgLst>
  <pc:docChgLst>
    <pc:chgData name="Sudarshan Sivaramakrishnan" userId="S::ssivaram@mathworks.com::de70194d-fdbd-489d-817c-0c0648753bc1" providerId="AD" clId="Web-{243A51C8-5E7F-AD81-7D65-7AEB4D0A4F4B}"/>
    <pc:docChg chg="addSld delSld modSld delSection modSection">
      <pc:chgData name="Sudarshan Sivaramakrishnan" userId="S::ssivaram@mathworks.com::de70194d-fdbd-489d-817c-0c0648753bc1" providerId="AD" clId="Web-{243A51C8-5E7F-AD81-7D65-7AEB4D0A4F4B}" dt="2026-07-11T14:15:04.946" v="34"/>
      <pc:docMkLst>
        <pc:docMk/>
      </pc:docMkLst>
      <pc:sldChg chg="del">
        <pc:chgData name="Sudarshan Sivaramakrishnan" userId="S::ssivaram@mathworks.com::de70194d-fdbd-489d-817c-0c0648753bc1" providerId="AD" clId="Web-{243A51C8-5E7F-AD81-7D65-7AEB4D0A4F4B}" dt="2026-07-11T14:15:00.883" v="33"/>
        <pc:sldMkLst>
          <pc:docMk/>
          <pc:sldMk cId="278602659" sldId="2147479298"/>
        </pc:sldMkLst>
      </pc:sldChg>
      <pc:sldChg chg="del">
        <pc:chgData name="Sudarshan Sivaramakrishnan" userId="S::ssivaram@mathworks.com::de70194d-fdbd-489d-817c-0c0648753bc1" providerId="AD" clId="Web-{243A51C8-5E7F-AD81-7D65-7AEB4D0A4F4B}" dt="2026-07-11T14:15:00.868" v="32"/>
        <pc:sldMkLst>
          <pc:docMk/>
          <pc:sldMk cId="943964845" sldId="2147479299"/>
        </pc:sldMkLst>
      </pc:sldChg>
      <pc:sldChg chg="del">
        <pc:chgData name="Sudarshan Sivaramakrishnan" userId="S::ssivaram@mathworks.com::de70194d-fdbd-489d-817c-0c0648753bc1" providerId="AD" clId="Web-{243A51C8-5E7F-AD81-7D65-7AEB4D0A4F4B}" dt="2026-07-11T14:15:00.868" v="31"/>
        <pc:sldMkLst>
          <pc:docMk/>
          <pc:sldMk cId="2402447126" sldId="2147479317"/>
        </pc:sldMkLst>
      </pc:sldChg>
      <pc:sldChg chg="modSp">
        <pc:chgData name="Sudarshan Sivaramakrishnan" userId="S::ssivaram@mathworks.com::de70194d-fdbd-489d-817c-0c0648753bc1" providerId="AD" clId="Web-{243A51C8-5E7F-AD81-7D65-7AEB4D0A4F4B}" dt="2026-07-11T14:14:40.304" v="28" actId="20577"/>
        <pc:sldMkLst>
          <pc:docMk/>
          <pc:sldMk cId="2695534885" sldId="2147479341"/>
        </pc:sldMkLst>
        <pc:spChg chg="mod">
          <ac:chgData name="Sudarshan Sivaramakrishnan" userId="S::ssivaram@mathworks.com::de70194d-fdbd-489d-817c-0c0648753bc1" providerId="AD" clId="Web-{243A51C8-5E7F-AD81-7D65-7AEB4D0A4F4B}" dt="2026-07-11T14:14:40.304" v="28" actId="20577"/>
          <ac:spMkLst>
            <pc:docMk/>
            <pc:sldMk cId="2695534885" sldId="2147479341"/>
            <ac:spMk id="3" creationId="{252FBFA9-00C2-8FDD-398D-FCFBEE39B8A8}"/>
          </ac:spMkLst>
        </pc:spChg>
      </pc:sldChg>
      <pc:sldChg chg="modSp">
        <pc:chgData name="Sudarshan Sivaramakrishnan" userId="S::ssivaram@mathworks.com::de70194d-fdbd-489d-817c-0c0648753bc1" providerId="AD" clId="Web-{243A51C8-5E7F-AD81-7D65-7AEB4D0A4F4B}" dt="2026-07-11T14:14:00.803" v="26" actId="20577"/>
        <pc:sldMkLst>
          <pc:docMk/>
          <pc:sldMk cId="1455500157" sldId="2147479343"/>
        </pc:sldMkLst>
        <pc:spChg chg="mod">
          <ac:chgData name="Sudarshan Sivaramakrishnan" userId="S::ssivaram@mathworks.com::de70194d-fdbd-489d-817c-0c0648753bc1" providerId="AD" clId="Web-{243A51C8-5E7F-AD81-7D65-7AEB4D0A4F4B}" dt="2026-07-11T14:13:46.990" v="25" actId="20577"/>
          <ac:spMkLst>
            <pc:docMk/>
            <pc:sldMk cId="1455500157" sldId="2147479343"/>
            <ac:spMk id="2" creationId="{880F8E95-FC92-C865-9D90-9D3570C5CB7A}"/>
          </ac:spMkLst>
        </pc:spChg>
        <pc:spChg chg="mod">
          <ac:chgData name="Sudarshan Sivaramakrishnan" userId="S::ssivaram@mathworks.com::de70194d-fdbd-489d-817c-0c0648753bc1" providerId="AD" clId="Web-{243A51C8-5E7F-AD81-7D65-7AEB4D0A4F4B}" dt="2026-07-11T14:14:00.803" v="26" actId="20577"/>
          <ac:spMkLst>
            <pc:docMk/>
            <pc:sldMk cId="1455500157" sldId="2147479343"/>
            <ac:spMk id="3" creationId="{A123582A-12D9-6455-611F-1C9A61116042}"/>
          </ac:spMkLst>
        </pc:spChg>
      </pc:sldChg>
      <pc:sldChg chg="modSp new">
        <pc:chgData name="Sudarshan Sivaramakrishnan" userId="S::ssivaram@mathworks.com::de70194d-fdbd-489d-817c-0c0648753bc1" providerId="AD" clId="Web-{243A51C8-5E7F-AD81-7D65-7AEB4D0A4F4B}" dt="2026-07-11T14:13:36.474" v="16" actId="20577"/>
        <pc:sldMkLst>
          <pc:docMk/>
          <pc:sldMk cId="1510197360" sldId="2147479344"/>
        </pc:sldMkLst>
        <pc:spChg chg="mod">
          <ac:chgData name="Sudarshan Sivaramakrishnan" userId="S::ssivaram@mathworks.com::de70194d-fdbd-489d-817c-0c0648753bc1" providerId="AD" clId="Web-{243A51C8-5E7F-AD81-7D65-7AEB4D0A4F4B}" dt="2026-07-11T14:13:36.474" v="16" actId="20577"/>
          <ac:spMkLst>
            <pc:docMk/>
            <pc:sldMk cId="1510197360" sldId="2147479344"/>
            <ac:spMk id="2" creationId="{F843E1B4-2B9E-2379-E653-246804FEBC36}"/>
          </ac:spMkLst>
        </pc:spChg>
      </pc:sldChg>
      <pc:sldChg chg="add replId">
        <pc:chgData name="Sudarshan Sivaramakrishnan" userId="S::ssivaram@mathworks.com::de70194d-fdbd-489d-817c-0c0648753bc1" providerId="AD" clId="Web-{243A51C8-5E7F-AD81-7D65-7AEB4D0A4F4B}" dt="2026-07-11T14:14:48.242" v="29"/>
        <pc:sldMkLst>
          <pc:docMk/>
          <pc:sldMk cId="2445030160" sldId="2147479345"/>
        </pc:sldMkLst>
      </pc:sldChg>
      <pc:sldChg chg="add replId">
        <pc:chgData name="Sudarshan Sivaramakrishnan" userId="S::ssivaram@mathworks.com::de70194d-fdbd-489d-817c-0c0648753bc1" providerId="AD" clId="Web-{243A51C8-5E7F-AD81-7D65-7AEB4D0A4F4B}" dt="2026-07-11T14:14:48.289" v="30"/>
        <pc:sldMkLst>
          <pc:docMk/>
          <pc:sldMk cId="1076772094" sldId="2147479346"/>
        </pc:sldMkLst>
      </pc:sldChg>
    </pc:docChg>
  </pc:docChgLst>
  <pc:docChgLst>
    <pc:chgData name="Sudarshan Sivaramakrishnan" userId="S::ssivaram@mathworks.com::de70194d-fdbd-489d-817c-0c0648753bc1" providerId="AD" clId="Web-{0304AEF8-201C-8E1C-4657-E4205BD58110}"/>
    <pc:docChg chg="addSld delSld modSld modSection">
      <pc:chgData name="Sudarshan Sivaramakrishnan" userId="S::ssivaram@mathworks.com::de70194d-fdbd-489d-817c-0c0648753bc1" providerId="AD" clId="Web-{0304AEF8-201C-8E1C-4657-E4205BD58110}" dt="2026-07-10T13:40:45.924" v="536"/>
      <pc:docMkLst>
        <pc:docMk/>
      </pc:docMkLst>
      <pc:sldChg chg="addSp delSp modSp">
        <pc:chgData name="Sudarshan Sivaramakrishnan" userId="S::ssivaram@mathworks.com::de70194d-fdbd-489d-817c-0c0648753bc1" providerId="AD" clId="Web-{0304AEF8-201C-8E1C-4657-E4205BD58110}" dt="2026-07-10T13:16:13.881" v="366" actId="20577"/>
        <pc:sldMkLst>
          <pc:docMk/>
          <pc:sldMk cId="4143862939" sldId="1347"/>
        </pc:sldMkLst>
        <pc:spChg chg="add del mod">
          <ac:chgData name="Sudarshan Sivaramakrishnan" userId="S::ssivaram@mathworks.com::de70194d-fdbd-489d-817c-0c0648753bc1" providerId="AD" clId="Web-{0304AEF8-201C-8E1C-4657-E4205BD58110}" dt="2026-07-10T12:13:05.534" v="69"/>
          <ac:spMkLst>
            <pc:docMk/>
            <pc:sldMk cId="4143862939" sldId="1347"/>
            <ac:spMk id="2" creationId="{4D7BB9C3-951B-1BAB-8005-FFDF3133B5CC}"/>
          </ac:spMkLst>
        </pc:spChg>
        <pc:spChg chg="mod">
          <ac:chgData name="Sudarshan Sivaramakrishnan" userId="S::ssivaram@mathworks.com::de70194d-fdbd-489d-817c-0c0648753bc1" providerId="AD" clId="Web-{0304AEF8-201C-8E1C-4657-E4205BD58110}" dt="2026-07-10T13:16:13.881" v="366" actId="20577"/>
          <ac:spMkLst>
            <pc:docMk/>
            <pc:sldMk cId="4143862939" sldId="1347"/>
            <ac:spMk id="64" creationId="{56F79708-3A54-5B46-89C1-DA221468F30F}"/>
          </ac:spMkLst>
        </pc:spChg>
        <pc:picChg chg="add del mod">
          <ac:chgData name="Sudarshan Sivaramakrishnan" userId="S::ssivaram@mathworks.com::de70194d-fdbd-489d-817c-0c0648753bc1" providerId="AD" clId="Web-{0304AEF8-201C-8E1C-4657-E4205BD58110}" dt="2026-07-10T12:47:30.149" v="114"/>
          <ac:picMkLst>
            <pc:docMk/>
            <pc:sldMk cId="4143862939" sldId="1347"/>
            <ac:picMk id="5" creationId="{A150C0B1-A7B3-B852-4952-53F553FBA55C}"/>
          </ac:picMkLst>
        </pc:picChg>
        <pc:picChg chg="add mod">
          <ac:chgData name="Sudarshan Sivaramakrishnan" userId="S::ssivaram@mathworks.com::de70194d-fdbd-489d-817c-0c0648753bc1" providerId="AD" clId="Web-{0304AEF8-201C-8E1C-4657-E4205BD58110}" dt="2026-07-10T13:14:00.825" v="356" actId="1076"/>
          <ac:picMkLst>
            <pc:docMk/>
            <pc:sldMk cId="4143862939" sldId="1347"/>
            <ac:picMk id="6" creationId="{B2988EDF-F83B-1E5D-2AE6-4701A01553DE}"/>
          </ac:picMkLst>
        </pc:picChg>
        <pc:picChg chg="mod">
          <ac:chgData name="Sudarshan Sivaramakrishnan" userId="S::ssivaram@mathworks.com::de70194d-fdbd-489d-817c-0c0648753bc1" providerId="AD" clId="Web-{0304AEF8-201C-8E1C-4657-E4205BD58110}" dt="2026-07-10T13:14:21.326" v="359" actId="1076"/>
          <ac:picMkLst>
            <pc:docMk/>
            <pc:sldMk cId="4143862939" sldId="1347"/>
            <ac:picMk id="25" creationId="{869FFC2A-611A-3695-8BE2-80A4C02DA26C}"/>
          </ac:picMkLst>
        </pc:picChg>
      </pc:sldChg>
      <pc:sldChg chg="modAnim">
        <pc:chgData name="Sudarshan Sivaramakrishnan" userId="S::ssivaram@mathworks.com::de70194d-fdbd-489d-817c-0c0648753bc1" providerId="AD" clId="Web-{0304AEF8-201C-8E1C-4657-E4205BD58110}" dt="2026-07-10T13:34:06.114" v="524"/>
        <pc:sldMkLst>
          <pc:docMk/>
          <pc:sldMk cId="2820808393" sldId="2145706540"/>
        </pc:sldMkLst>
      </pc:sldChg>
      <pc:sldChg chg="addSp modSp addAnim modAnim">
        <pc:chgData name="Sudarshan Sivaramakrishnan" userId="S::ssivaram@mathworks.com::de70194d-fdbd-489d-817c-0c0648753bc1" providerId="AD" clId="Web-{0304AEF8-201C-8E1C-4657-E4205BD58110}" dt="2026-07-10T13:17:41.606" v="371" actId="1076"/>
        <pc:sldMkLst>
          <pc:docMk/>
          <pc:sldMk cId="137036860" sldId="2147479268"/>
        </pc:sldMkLst>
        <pc:spChg chg="mod">
          <ac:chgData name="Sudarshan Sivaramakrishnan" userId="S::ssivaram@mathworks.com::de70194d-fdbd-489d-817c-0c0648753bc1" providerId="AD" clId="Web-{0304AEF8-201C-8E1C-4657-E4205BD58110}" dt="2026-07-10T13:17:10.072" v="368" actId="20577"/>
          <ac:spMkLst>
            <pc:docMk/>
            <pc:sldMk cId="137036860" sldId="2147479268"/>
            <ac:spMk id="3" creationId="{65B72D9A-A79C-6873-6424-0C1878695376}"/>
          </ac:spMkLst>
        </pc:spChg>
        <pc:spChg chg="mod ord">
          <ac:chgData name="Sudarshan Sivaramakrishnan" userId="S::ssivaram@mathworks.com::de70194d-fdbd-489d-817c-0c0648753bc1" providerId="AD" clId="Web-{0304AEF8-201C-8E1C-4657-E4205BD58110}" dt="2026-07-10T13:17:41.606" v="371" actId="1076"/>
          <ac:spMkLst>
            <pc:docMk/>
            <pc:sldMk cId="137036860" sldId="2147479268"/>
            <ac:spMk id="4" creationId="{71C906E8-374A-8028-0C01-2BCADE31D9EC}"/>
          </ac:spMkLst>
        </pc:spChg>
        <pc:spChg chg="mod">
          <ac:chgData name="Sudarshan Sivaramakrishnan" userId="S::ssivaram@mathworks.com::de70194d-fdbd-489d-817c-0c0648753bc1" providerId="AD" clId="Web-{0304AEF8-201C-8E1C-4657-E4205BD58110}" dt="2026-07-10T12:59:07.699" v="243" actId="14100"/>
          <ac:spMkLst>
            <pc:docMk/>
            <pc:sldMk cId="137036860" sldId="2147479268"/>
            <ac:spMk id="14" creationId="{E1680105-013C-7245-156F-547E28DD55BF}"/>
          </ac:spMkLst>
        </pc:spChg>
        <pc:picChg chg="add mod ord modCrop">
          <ac:chgData name="Sudarshan Sivaramakrishnan" userId="S::ssivaram@mathworks.com::de70194d-fdbd-489d-817c-0c0648753bc1" providerId="AD" clId="Web-{0304AEF8-201C-8E1C-4657-E4205BD58110}" dt="2026-07-10T12:59:19.590" v="246" actId="1076"/>
          <ac:picMkLst>
            <pc:docMk/>
            <pc:sldMk cId="137036860" sldId="2147479268"/>
            <ac:picMk id="6" creationId="{709F79DD-55F3-C53B-983F-3A95F7BEBF0D}"/>
          </ac:picMkLst>
        </pc:picChg>
        <pc:picChg chg="mod">
          <ac:chgData name="Sudarshan Sivaramakrishnan" userId="S::ssivaram@mathworks.com::de70194d-fdbd-489d-817c-0c0648753bc1" providerId="AD" clId="Web-{0304AEF8-201C-8E1C-4657-E4205BD58110}" dt="2026-07-10T12:53:27.581" v="220" actId="1076"/>
          <ac:picMkLst>
            <pc:docMk/>
            <pc:sldMk cId="137036860" sldId="2147479268"/>
            <ac:picMk id="11" creationId="{51F2A695-B646-1B93-239F-CDE9F79F1FBC}"/>
          </ac:picMkLst>
        </pc:picChg>
        <pc:picChg chg="mod ord">
          <ac:chgData name="Sudarshan Sivaramakrishnan" userId="S::ssivaram@mathworks.com::de70194d-fdbd-489d-817c-0c0648753bc1" providerId="AD" clId="Web-{0304AEF8-201C-8E1C-4657-E4205BD58110}" dt="2026-07-10T13:02:36.635" v="265" actId="1076"/>
          <ac:picMkLst>
            <pc:docMk/>
            <pc:sldMk cId="137036860" sldId="2147479268"/>
            <ac:picMk id="16" creationId="{129ECE12-3944-F0CE-E735-1192F2B31027}"/>
          </ac:picMkLst>
        </pc:picChg>
        <pc:picChg chg="mod">
          <ac:chgData name="Sudarshan Sivaramakrishnan" userId="S::ssivaram@mathworks.com::de70194d-fdbd-489d-817c-0c0648753bc1" providerId="AD" clId="Web-{0304AEF8-201C-8E1C-4657-E4205BD58110}" dt="2026-07-10T13:04:45.676" v="280" actId="1076"/>
          <ac:picMkLst>
            <pc:docMk/>
            <pc:sldMk cId="137036860" sldId="2147479268"/>
            <ac:picMk id="20" creationId="{3B0EDB34-7941-AC63-45FC-E82A67A4E18B}"/>
          </ac:picMkLst>
        </pc:picChg>
      </pc:sldChg>
      <pc:sldChg chg="modSp">
        <pc:chgData name="Sudarshan Sivaramakrishnan" userId="S::ssivaram@mathworks.com::de70194d-fdbd-489d-817c-0c0648753bc1" providerId="AD" clId="Web-{0304AEF8-201C-8E1C-4657-E4205BD58110}" dt="2026-07-10T13:15:30.550" v="362" actId="1076"/>
        <pc:sldMkLst>
          <pc:docMk/>
          <pc:sldMk cId="3917329948" sldId="2147479325"/>
        </pc:sldMkLst>
        <pc:picChg chg="mod">
          <ac:chgData name="Sudarshan Sivaramakrishnan" userId="S::ssivaram@mathworks.com::de70194d-fdbd-489d-817c-0c0648753bc1" providerId="AD" clId="Web-{0304AEF8-201C-8E1C-4657-E4205BD58110}" dt="2026-07-10T13:15:30.550" v="362" actId="1076"/>
          <ac:picMkLst>
            <pc:docMk/>
            <pc:sldMk cId="3917329948" sldId="2147479325"/>
            <ac:picMk id="5" creationId="{E16D1363-DA9A-2BA2-0E08-1B4315025530}"/>
          </ac:picMkLst>
        </pc:picChg>
      </pc:sldChg>
      <pc:sldChg chg="addSp delSp modSp">
        <pc:chgData name="Sudarshan Sivaramakrishnan" userId="S::ssivaram@mathworks.com::de70194d-fdbd-489d-817c-0c0648753bc1" providerId="AD" clId="Web-{0304AEF8-201C-8E1C-4657-E4205BD58110}" dt="2026-07-10T13:32:18.231" v="520" actId="1076"/>
        <pc:sldMkLst>
          <pc:docMk/>
          <pc:sldMk cId="2895114059" sldId="2147479330"/>
        </pc:sldMkLst>
        <pc:spChg chg="mod">
          <ac:chgData name="Sudarshan Sivaramakrishnan" userId="S::ssivaram@mathworks.com::de70194d-fdbd-489d-817c-0c0648753bc1" providerId="AD" clId="Web-{0304AEF8-201C-8E1C-4657-E4205BD58110}" dt="2026-07-10T13:21:04.667" v="388" actId="1076"/>
          <ac:spMkLst>
            <pc:docMk/>
            <pc:sldMk cId="2895114059" sldId="2147479330"/>
            <ac:spMk id="16" creationId="{B2074BE4-58A6-E9A4-28DE-018F01E4C0B4}"/>
          </ac:spMkLst>
        </pc:spChg>
        <pc:spChg chg="mod">
          <ac:chgData name="Sudarshan Sivaramakrishnan" userId="S::ssivaram@mathworks.com::de70194d-fdbd-489d-817c-0c0648753bc1" providerId="AD" clId="Web-{0304AEF8-201C-8E1C-4657-E4205BD58110}" dt="2026-07-10T13:22:14.688" v="403" actId="1076"/>
          <ac:spMkLst>
            <pc:docMk/>
            <pc:sldMk cId="2895114059" sldId="2147479330"/>
            <ac:spMk id="18" creationId="{E142F0A7-A006-A284-6641-18B61562B3CE}"/>
          </ac:spMkLst>
        </pc:spChg>
        <pc:spChg chg="mod">
          <ac:chgData name="Sudarshan Sivaramakrishnan" userId="S::ssivaram@mathworks.com::de70194d-fdbd-489d-817c-0c0648753bc1" providerId="AD" clId="Web-{0304AEF8-201C-8E1C-4657-E4205BD58110}" dt="2026-07-10T13:22:40.518" v="409" actId="1076"/>
          <ac:spMkLst>
            <pc:docMk/>
            <pc:sldMk cId="2895114059" sldId="2147479330"/>
            <ac:spMk id="20" creationId="{FE0F5FAD-27EE-5CB3-C9B9-C215F31D334A}"/>
          </ac:spMkLst>
        </pc:spChg>
        <pc:spChg chg="mod">
          <ac:chgData name="Sudarshan Sivaramakrishnan" userId="S::ssivaram@mathworks.com::de70194d-fdbd-489d-817c-0c0648753bc1" providerId="AD" clId="Web-{0304AEF8-201C-8E1C-4657-E4205BD58110}" dt="2026-07-10T13:09:28.149" v="323" actId="1076"/>
          <ac:spMkLst>
            <pc:docMk/>
            <pc:sldMk cId="2895114059" sldId="2147479330"/>
            <ac:spMk id="22" creationId="{C32DCAA1-3D1B-18FD-D8CB-F10699AD8A62}"/>
          </ac:spMkLst>
        </pc:spChg>
        <pc:picChg chg="add mod">
          <ac:chgData name="Sudarshan Sivaramakrishnan" userId="S::ssivaram@mathworks.com::de70194d-fdbd-489d-817c-0c0648753bc1" providerId="AD" clId="Web-{0304AEF8-201C-8E1C-4657-E4205BD58110}" dt="2026-07-10T13:27:11.647" v="436" actId="14100"/>
          <ac:picMkLst>
            <pc:docMk/>
            <pc:sldMk cId="2895114059" sldId="2147479330"/>
            <ac:picMk id="5" creationId="{3B57E0A3-C37F-3BAB-649B-3E3CC4BD4803}"/>
          </ac:picMkLst>
        </pc:picChg>
        <pc:picChg chg="add mod">
          <ac:chgData name="Sudarshan Sivaramakrishnan" userId="S::ssivaram@mathworks.com::de70194d-fdbd-489d-817c-0c0648753bc1" providerId="AD" clId="Web-{0304AEF8-201C-8E1C-4657-E4205BD58110}" dt="2026-07-10T13:27:11.663" v="437" actId="14100"/>
          <ac:picMkLst>
            <pc:docMk/>
            <pc:sldMk cId="2895114059" sldId="2147479330"/>
            <ac:picMk id="7" creationId="{A39A8599-E9DD-ABA1-EAF8-522085A63B75}"/>
          </ac:picMkLst>
        </pc:picChg>
        <pc:picChg chg="del mod">
          <ac:chgData name="Sudarshan Sivaramakrishnan" userId="S::ssivaram@mathworks.com::de70194d-fdbd-489d-817c-0c0648753bc1" providerId="AD" clId="Web-{0304AEF8-201C-8E1C-4657-E4205BD58110}" dt="2026-07-10T13:21:10.199" v="390"/>
          <ac:picMkLst>
            <pc:docMk/>
            <pc:sldMk cId="2895114059" sldId="2147479330"/>
            <ac:picMk id="8" creationId="{70F0406F-3B0F-8BDF-D160-70E542029A92}"/>
          </ac:picMkLst>
        </pc:picChg>
        <pc:picChg chg="add del mod">
          <ac:chgData name="Sudarshan Sivaramakrishnan" userId="S::ssivaram@mathworks.com::de70194d-fdbd-489d-817c-0c0648753bc1" providerId="AD" clId="Web-{0304AEF8-201C-8E1C-4657-E4205BD58110}" dt="2026-07-10T13:25:06.919" v="420"/>
          <ac:picMkLst>
            <pc:docMk/>
            <pc:sldMk cId="2895114059" sldId="2147479330"/>
            <ac:picMk id="10" creationId="{7C35629A-A984-441B-A937-024296C6FAFB}"/>
          </ac:picMkLst>
        </pc:picChg>
        <pc:picChg chg="add mod ord">
          <ac:chgData name="Sudarshan Sivaramakrishnan" userId="S::ssivaram@mathworks.com::de70194d-fdbd-489d-817c-0c0648753bc1" providerId="AD" clId="Web-{0304AEF8-201C-8E1C-4657-E4205BD58110}" dt="2026-07-10T13:32:18.231" v="520" actId="1076"/>
          <ac:picMkLst>
            <pc:docMk/>
            <pc:sldMk cId="2895114059" sldId="2147479330"/>
            <ac:picMk id="11" creationId="{FF81D380-4F1D-2E00-A5F3-9D977B24EA17}"/>
          </ac:picMkLst>
        </pc:picChg>
        <pc:picChg chg="add del">
          <ac:chgData name="Sudarshan Sivaramakrishnan" userId="S::ssivaram@mathworks.com::de70194d-fdbd-489d-817c-0c0648753bc1" providerId="AD" clId="Web-{0304AEF8-201C-8E1C-4657-E4205BD58110}" dt="2026-07-10T13:26:28.144" v="425"/>
          <ac:picMkLst>
            <pc:docMk/>
            <pc:sldMk cId="2895114059" sldId="2147479330"/>
            <ac:picMk id="14" creationId="{93ED9E78-9935-2679-B268-5DCFEDE7DCAC}"/>
          </ac:picMkLst>
        </pc:picChg>
      </pc:sldChg>
      <pc:sldChg chg="modSp">
        <pc:chgData name="Sudarshan Sivaramakrishnan" userId="S::ssivaram@mathworks.com::de70194d-fdbd-489d-817c-0c0648753bc1" providerId="AD" clId="Web-{0304AEF8-201C-8E1C-4657-E4205BD58110}" dt="2026-07-10T13:40:30.344" v="533" actId="20577"/>
        <pc:sldMkLst>
          <pc:docMk/>
          <pc:sldMk cId="3477293349" sldId="2147479333"/>
        </pc:sldMkLst>
        <pc:spChg chg="mod">
          <ac:chgData name="Sudarshan Sivaramakrishnan" userId="S::ssivaram@mathworks.com::de70194d-fdbd-489d-817c-0c0648753bc1" providerId="AD" clId="Web-{0304AEF8-201C-8E1C-4657-E4205BD58110}" dt="2026-07-10T13:40:30.344" v="533" actId="20577"/>
          <ac:spMkLst>
            <pc:docMk/>
            <pc:sldMk cId="3477293349" sldId="2147479333"/>
            <ac:spMk id="2" creationId="{E455A333-2A12-B055-047F-85341A77A507}"/>
          </ac:spMkLst>
        </pc:spChg>
        <pc:spChg chg="mod">
          <ac:chgData name="Sudarshan Sivaramakrishnan" userId="S::ssivaram@mathworks.com::de70194d-fdbd-489d-817c-0c0648753bc1" providerId="AD" clId="Web-{0304AEF8-201C-8E1C-4657-E4205BD58110}" dt="2026-07-10T13:08:24.582" v="303" actId="20577"/>
          <ac:spMkLst>
            <pc:docMk/>
            <pc:sldMk cId="3477293349" sldId="2147479333"/>
            <ac:spMk id="13" creationId="{D092BF27-E6D9-E662-F7F8-F4C3854EED3C}"/>
          </ac:spMkLst>
        </pc:spChg>
      </pc:sldChg>
      <pc:sldChg chg="del">
        <pc:chgData name="Sudarshan Sivaramakrishnan" userId="S::ssivaram@mathworks.com::de70194d-fdbd-489d-817c-0c0648753bc1" providerId="AD" clId="Web-{0304AEF8-201C-8E1C-4657-E4205BD58110}" dt="2026-07-10T13:14:48.734" v="360"/>
        <pc:sldMkLst>
          <pc:docMk/>
          <pc:sldMk cId="3956203055" sldId="2147479334"/>
        </pc:sldMkLst>
      </pc:sldChg>
      <pc:sldChg chg="del">
        <pc:chgData name="Sudarshan Sivaramakrishnan" userId="S::ssivaram@mathworks.com::de70194d-fdbd-489d-817c-0c0648753bc1" providerId="AD" clId="Web-{0304AEF8-201C-8E1C-4657-E4205BD58110}" dt="2026-07-10T13:38:14.288" v="530"/>
        <pc:sldMkLst>
          <pc:docMk/>
          <pc:sldMk cId="2583050697" sldId="2147479335"/>
        </pc:sldMkLst>
      </pc:sldChg>
      <pc:sldChg chg="del">
        <pc:chgData name="Sudarshan Sivaramakrishnan" userId="S::ssivaram@mathworks.com::de70194d-fdbd-489d-817c-0c0648753bc1" providerId="AD" clId="Web-{0304AEF8-201C-8E1C-4657-E4205BD58110}" dt="2026-07-10T13:38:14.288" v="526"/>
        <pc:sldMkLst>
          <pc:docMk/>
          <pc:sldMk cId="3580457330" sldId="2147479336"/>
        </pc:sldMkLst>
      </pc:sldChg>
      <pc:sldChg chg="del">
        <pc:chgData name="Sudarshan Sivaramakrishnan" userId="S::ssivaram@mathworks.com::de70194d-fdbd-489d-817c-0c0648753bc1" providerId="AD" clId="Web-{0304AEF8-201C-8E1C-4657-E4205BD58110}" dt="2026-07-10T13:38:14.288" v="529"/>
        <pc:sldMkLst>
          <pc:docMk/>
          <pc:sldMk cId="1934592233" sldId="2147479337"/>
        </pc:sldMkLst>
      </pc:sldChg>
      <pc:sldChg chg="del">
        <pc:chgData name="Sudarshan Sivaramakrishnan" userId="S::ssivaram@mathworks.com::de70194d-fdbd-489d-817c-0c0648753bc1" providerId="AD" clId="Web-{0304AEF8-201C-8E1C-4657-E4205BD58110}" dt="2026-07-10T13:38:14.288" v="525"/>
        <pc:sldMkLst>
          <pc:docMk/>
          <pc:sldMk cId="168376995" sldId="2147479338"/>
        </pc:sldMkLst>
      </pc:sldChg>
      <pc:sldChg chg="addSp delSp modSp">
        <pc:chgData name="Sudarshan Sivaramakrishnan" userId="S::ssivaram@mathworks.com::de70194d-fdbd-489d-817c-0c0648753bc1" providerId="AD" clId="Web-{0304AEF8-201C-8E1C-4657-E4205BD58110}" dt="2026-07-10T13:32:14.262" v="519" actId="1076"/>
        <pc:sldMkLst>
          <pc:docMk/>
          <pc:sldMk cId="1186657303" sldId="2147479340"/>
        </pc:sldMkLst>
        <pc:spChg chg="add mod ord">
          <ac:chgData name="Sudarshan Sivaramakrishnan" userId="S::ssivaram@mathworks.com::de70194d-fdbd-489d-817c-0c0648753bc1" providerId="AD" clId="Web-{0304AEF8-201C-8E1C-4657-E4205BD58110}" dt="2026-07-10T13:31:58.371" v="517" actId="20577"/>
          <ac:spMkLst>
            <pc:docMk/>
            <pc:sldMk cId="1186657303" sldId="2147479340"/>
            <ac:spMk id="4" creationId="{B99616A8-FA27-D323-5131-6655EA093AF0}"/>
          </ac:spMkLst>
        </pc:spChg>
        <pc:spChg chg="ord">
          <ac:chgData name="Sudarshan Sivaramakrishnan" userId="S::ssivaram@mathworks.com::de70194d-fdbd-489d-817c-0c0648753bc1" providerId="AD" clId="Web-{0304AEF8-201C-8E1C-4657-E4205BD58110}" dt="2026-07-10T13:30:05.722" v="497"/>
          <ac:spMkLst>
            <pc:docMk/>
            <pc:sldMk cId="1186657303" sldId="2147479340"/>
            <ac:spMk id="7" creationId="{BD98A121-9CC7-9AF4-35FD-E6E964789175}"/>
          </ac:spMkLst>
        </pc:spChg>
        <pc:spChg chg="mod">
          <ac:chgData name="Sudarshan Sivaramakrishnan" userId="S::ssivaram@mathworks.com::de70194d-fdbd-489d-817c-0c0648753bc1" providerId="AD" clId="Web-{0304AEF8-201C-8E1C-4657-E4205BD58110}" dt="2026-07-10T13:09:38.290" v="329" actId="1076"/>
          <ac:spMkLst>
            <pc:docMk/>
            <pc:sldMk cId="1186657303" sldId="2147479340"/>
            <ac:spMk id="8" creationId="{48C11938-D1F8-97EE-4EF4-8397001A4FD4}"/>
          </ac:spMkLst>
        </pc:spChg>
        <pc:spChg chg="add del mod">
          <ac:chgData name="Sudarshan Sivaramakrishnan" userId="S::ssivaram@mathworks.com::de70194d-fdbd-489d-817c-0c0648753bc1" providerId="AD" clId="Web-{0304AEF8-201C-8E1C-4657-E4205BD58110}" dt="2026-07-10T13:29:07.968" v="474"/>
          <ac:spMkLst>
            <pc:docMk/>
            <pc:sldMk cId="1186657303" sldId="2147479340"/>
            <ac:spMk id="9" creationId="{AFCB77F2-C5E2-9914-557F-4A41589DA0A5}"/>
          </ac:spMkLst>
        </pc:spChg>
        <pc:spChg chg="add del mod">
          <ac:chgData name="Sudarshan Sivaramakrishnan" userId="S::ssivaram@mathworks.com::de70194d-fdbd-489d-817c-0c0648753bc1" providerId="AD" clId="Web-{0304AEF8-201C-8E1C-4657-E4205BD58110}" dt="2026-07-10T13:29:07.968" v="473"/>
          <ac:spMkLst>
            <pc:docMk/>
            <pc:sldMk cId="1186657303" sldId="2147479340"/>
            <ac:spMk id="10" creationId="{22D7A0C0-D320-20D0-491A-837CA6FE9A2F}"/>
          </ac:spMkLst>
        </pc:spChg>
        <pc:spChg chg="add del mod">
          <ac:chgData name="Sudarshan Sivaramakrishnan" userId="S::ssivaram@mathworks.com::de70194d-fdbd-489d-817c-0c0648753bc1" providerId="AD" clId="Web-{0304AEF8-201C-8E1C-4657-E4205BD58110}" dt="2026-07-10T13:29:07.968" v="472"/>
          <ac:spMkLst>
            <pc:docMk/>
            <pc:sldMk cId="1186657303" sldId="2147479340"/>
            <ac:spMk id="11" creationId="{2A1CC2B7-9B61-CB24-DEF8-F7BF3F43AAAE}"/>
          </ac:spMkLst>
        </pc:spChg>
        <pc:spChg chg="add del ord">
          <ac:chgData name="Sudarshan Sivaramakrishnan" userId="S::ssivaram@mathworks.com::de70194d-fdbd-489d-817c-0c0648753bc1" providerId="AD" clId="Web-{0304AEF8-201C-8E1C-4657-E4205BD58110}" dt="2026-07-10T13:30:09.332" v="500"/>
          <ac:spMkLst>
            <pc:docMk/>
            <pc:sldMk cId="1186657303" sldId="2147479340"/>
            <ac:spMk id="16" creationId="{669411D8-746A-42C6-19AA-FE4996482030}"/>
          </ac:spMkLst>
        </pc:spChg>
        <pc:spChg chg="add del ord">
          <ac:chgData name="Sudarshan Sivaramakrishnan" userId="S::ssivaram@mathworks.com::de70194d-fdbd-489d-817c-0c0648753bc1" providerId="AD" clId="Web-{0304AEF8-201C-8E1C-4657-E4205BD58110}" dt="2026-07-10T13:30:10.066" v="501"/>
          <ac:spMkLst>
            <pc:docMk/>
            <pc:sldMk cId="1186657303" sldId="2147479340"/>
            <ac:spMk id="18" creationId="{27905C1F-9245-84F1-51F7-2D407701AB95}"/>
          </ac:spMkLst>
        </pc:spChg>
        <pc:spChg chg="add del mod ord">
          <ac:chgData name="Sudarshan Sivaramakrishnan" userId="S::ssivaram@mathworks.com::de70194d-fdbd-489d-817c-0c0648753bc1" providerId="AD" clId="Web-{0304AEF8-201C-8E1C-4657-E4205BD58110}" dt="2026-07-10T13:30:10.832" v="502"/>
          <ac:spMkLst>
            <pc:docMk/>
            <pc:sldMk cId="1186657303" sldId="2147479340"/>
            <ac:spMk id="20" creationId="{1EE059F9-3C71-DF9D-3A03-2F87BEE0615C}"/>
          </ac:spMkLst>
        </pc:spChg>
        <pc:picChg chg="add del">
          <ac:chgData name="Sudarshan Sivaramakrishnan" userId="S::ssivaram@mathworks.com::de70194d-fdbd-489d-817c-0c0648753bc1" providerId="AD" clId="Web-{0304AEF8-201C-8E1C-4657-E4205BD58110}" dt="2026-07-10T13:26:35.535" v="426"/>
          <ac:picMkLst>
            <pc:docMk/>
            <pc:sldMk cId="1186657303" sldId="2147479340"/>
            <ac:picMk id="6" creationId="{C484C438-6195-1EEE-0DF0-5EDA6227C006}"/>
          </ac:picMkLst>
        </pc:picChg>
        <pc:picChg chg="add del mod">
          <ac:chgData name="Sudarshan Sivaramakrishnan" userId="S::ssivaram@mathworks.com::de70194d-fdbd-489d-817c-0c0648753bc1" providerId="AD" clId="Web-{0304AEF8-201C-8E1C-4657-E4205BD58110}" dt="2026-07-10T13:29:08.452" v="475"/>
          <ac:picMkLst>
            <pc:docMk/>
            <pc:sldMk cId="1186657303" sldId="2147479340"/>
            <ac:picMk id="12" creationId="{589A03C4-A611-2D64-0F7A-BBA3D4519C67}"/>
          </ac:picMkLst>
        </pc:picChg>
        <pc:picChg chg="add mod ord">
          <ac:chgData name="Sudarshan Sivaramakrishnan" userId="S::ssivaram@mathworks.com::de70194d-fdbd-489d-817c-0c0648753bc1" providerId="AD" clId="Web-{0304AEF8-201C-8E1C-4657-E4205BD58110}" dt="2026-07-10T13:32:14.262" v="519" actId="1076"/>
          <ac:picMkLst>
            <pc:docMk/>
            <pc:sldMk cId="1186657303" sldId="2147479340"/>
            <ac:picMk id="13" creationId="{931C8F71-9D9C-27F7-72D9-B51528CA07D8}"/>
          </ac:picMkLst>
        </pc:picChg>
        <pc:picChg chg="add del">
          <ac:chgData name="Sudarshan Sivaramakrishnan" userId="S::ssivaram@mathworks.com::de70194d-fdbd-489d-817c-0c0648753bc1" providerId="AD" clId="Web-{0304AEF8-201C-8E1C-4657-E4205BD58110}" dt="2026-07-10T13:26:35.863" v="427"/>
          <ac:picMkLst>
            <pc:docMk/>
            <pc:sldMk cId="1186657303" sldId="2147479340"/>
            <ac:picMk id="14" creationId="{3EB846DA-E05B-EFD4-246F-66E6CAB5D4D6}"/>
          </ac:picMkLst>
        </pc:picChg>
        <pc:picChg chg="add del">
          <ac:chgData name="Sudarshan Sivaramakrishnan" userId="S::ssivaram@mathworks.com::de70194d-fdbd-489d-817c-0c0648753bc1" providerId="AD" clId="Web-{0304AEF8-201C-8E1C-4657-E4205BD58110}" dt="2026-07-10T13:29:53.221" v="495"/>
          <ac:picMkLst>
            <pc:docMk/>
            <pc:sldMk cId="1186657303" sldId="2147479340"/>
            <ac:picMk id="22" creationId="{269E8223-5A94-3651-7BBA-677439F097B1}"/>
          </ac:picMkLst>
        </pc:picChg>
        <pc:picChg chg="add del">
          <ac:chgData name="Sudarshan Sivaramakrishnan" userId="S::ssivaram@mathworks.com::de70194d-fdbd-489d-817c-0c0648753bc1" providerId="AD" clId="Web-{0304AEF8-201C-8E1C-4657-E4205BD58110}" dt="2026-07-10T13:29:53.221" v="496"/>
          <ac:picMkLst>
            <pc:docMk/>
            <pc:sldMk cId="1186657303" sldId="2147479340"/>
            <ac:picMk id="24" creationId="{39348A88-FA58-E979-5681-2C379291573E}"/>
          </ac:picMkLst>
        </pc:picChg>
      </pc:sldChg>
      <pc:sldChg chg="add del replId">
        <pc:chgData name="Sudarshan Sivaramakrishnan" userId="S::ssivaram@mathworks.com::de70194d-fdbd-489d-817c-0c0648753bc1" providerId="AD" clId="Web-{0304AEF8-201C-8E1C-4657-E4205BD58110}" dt="2026-07-10T13:40:43.408" v="535"/>
        <pc:sldMkLst>
          <pc:docMk/>
          <pc:sldMk cId="1184703433" sldId="2147479341"/>
        </pc:sldMkLst>
      </pc:sldChg>
      <pc:sldChg chg="del">
        <pc:chgData name="Sudarshan Sivaramakrishnan" userId="S::ssivaram@mathworks.com::de70194d-fdbd-489d-817c-0c0648753bc1" providerId="AD" clId="Web-{0304AEF8-201C-8E1C-4657-E4205BD58110}" dt="2026-07-10T13:38:14.288" v="528"/>
        <pc:sldMkLst>
          <pc:docMk/>
          <pc:sldMk cId="1402491969" sldId="2147479341"/>
        </pc:sldMkLst>
      </pc:sldChg>
      <pc:sldChg chg="new">
        <pc:chgData name="Sudarshan Sivaramakrishnan" userId="S::ssivaram@mathworks.com::de70194d-fdbd-489d-817c-0c0648753bc1" providerId="AD" clId="Web-{0304AEF8-201C-8E1C-4657-E4205BD58110}" dt="2026-07-10T13:40:45.924" v="536"/>
        <pc:sldMkLst>
          <pc:docMk/>
          <pc:sldMk cId="2695534885" sldId="2147479341"/>
        </pc:sldMkLst>
      </pc:sldChg>
      <pc:sldChg chg="del">
        <pc:chgData name="Sudarshan Sivaramakrishnan" userId="S::ssivaram@mathworks.com::de70194d-fdbd-489d-817c-0c0648753bc1" providerId="AD" clId="Web-{0304AEF8-201C-8E1C-4657-E4205BD58110}" dt="2026-07-10T13:38:14.288" v="527"/>
        <pc:sldMkLst>
          <pc:docMk/>
          <pc:sldMk cId="19936455" sldId="2147479342"/>
        </pc:sldMkLst>
      </pc:sldChg>
      <pc:sldChg chg="del">
        <pc:chgData name="Sudarshan Sivaramakrishnan" userId="S::ssivaram@mathworks.com::de70194d-fdbd-489d-817c-0c0648753bc1" providerId="AD" clId="Web-{0304AEF8-201C-8E1C-4657-E4205BD58110}" dt="2026-07-10T13:38:14.288" v="531"/>
        <pc:sldMkLst>
          <pc:docMk/>
          <pc:sldMk cId="3032769533" sldId="2147479343"/>
        </pc:sldMkLst>
      </pc:sldChg>
    </pc:docChg>
  </pc:docChgLst>
  <pc:docChgLst>
    <pc:chgData name="Sudarshan Sivaramakrishnan" userId="S::ssivaram@mathworks.com::de70194d-fdbd-489d-817c-0c0648753bc1" providerId="AD" clId="Web-{FF69A500-E4E1-7D1F-1CCA-7AACF429271E}"/>
    <pc:docChg chg="delSld modSld delSection modSection">
      <pc:chgData name="Sudarshan Sivaramakrishnan" userId="S::ssivaram@mathworks.com::de70194d-fdbd-489d-817c-0c0648753bc1" providerId="AD" clId="Web-{FF69A500-E4E1-7D1F-1CCA-7AACF429271E}" dt="2026-07-11T14:23:16.831" v="35"/>
      <pc:docMkLst>
        <pc:docMk/>
      </pc:docMkLst>
      <pc:sldChg chg="del">
        <pc:chgData name="Sudarshan Sivaramakrishnan" userId="S::ssivaram@mathworks.com::de70194d-fdbd-489d-817c-0c0648753bc1" providerId="AD" clId="Web-{FF69A500-E4E1-7D1F-1CCA-7AACF429271E}" dt="2026-07-11T14:23:12.393" v="17"/>
        <pc:sldMkLst>
          <pc:docMk/>
          <pc:sldMk cId="3373622017" sldId="287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378" v="16"/>
        <pc:sldMkLst>
          <pc:docMk/>
          <pc:sldMk cId="4052462920" sldId="295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487" v="29"/>
        <pc:sldMkLst>
          <pc:docMk/>
          <pc:sldMk cId="4191744665" sldId="298"/>
        </pc:sldMkLst>
      </pc:sldChg>
      <pc:sldChg chg="delSp modSp">
        <pc:chgData name="Sudarshan Sivaramakrishnan" userId="S::ssivaram@mathworks.com::de70194d-fdbd-489d-817c-0c0648753bc1" providerId="AD" clId="Web-{FF69A500-E4E1-7D1F-1CCA-7AACF429271E}" dt="2026-07-11T14:22:54.627" v="8"/>
        <pc:sldMkLst>
          <pc:docMk/>
          <pc:sldMk cId="4143862939" sldId="1347"/>
        </pc:sldMkLst>
        <pc:spChg chg="mod">
          <ac:chgData name="Sudarshan Sivaramakrishnan" userId="S::ssivaram@mathworks.com::de70194d-fdbd-489d-817c-0c0648753bc1" providerId="AD" clId="Web-{FF69A500-E4E1-7D1F-1CCA-7AACF429271E}" dt="2026-07-11T14:22:41.954" v="7" actId="20577"/>
          <ac:spMkLst>
            <pc:docMk/>
            <pc:sldMk cId="4143862939" sldId="1347"/>
            <ac:spMk id="64" creationId="{56F79708-3A54-5B46-89C1-DA221468F30F}"/>
          </ac:spMkLst>
        </pc:spChg>
        <pc:picChg chg="del">
          <ac:chgData name="Sudarshan Sivaramakrishnan" userId="S::ssivaram@mathworks.com::de70194d-fdbd-489d-817c-0c0648753bc1" providerId="AD" clId="Web-{FF69A500-E4E1-7D1F-1CCA-7AACF429271E}" dt="2026-07-11T14:22:54.627" v="8"/>
          <ac:picMkLst>
            <pc:docMk/>
            <pc:sldMk cId="4143862939" sldId="1347"/>
            <ac:picMk id="6" creationId="{B2988EDF-F83B-1E5D-2AE6-4701A01553DE}"/>
          </ac:picMkLst>
        </pc:picChg>
      </pc:sldChg>
      <pc:sldChg chg="del">
        <pc:chgData name="Sudarshan Sivaramakrishnan" userId="S::ssivaram@mathworks.com::de70194d-fdbd-489d-817c-0c0648753bc1" providerId="AD" clId="Web-{FF69A500-E4E1-7D1F-1CCA-7AACF429271E}" dt="2026-07-11T14:23:12.503" v="33"/>
        <pc:sldMkLst>
          <pc:docMk/>
          <pc:sldMk cId="1128881988" sldId="2147376760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487" v="30"/>
        <pc:sldMkLst>
          <pc:docMk/>
          <pc:sldMk cId="137036860" sldId="2147479268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472" v="21"/>
        <pc:sldMkLst>
          <pc:docMk/>
          <pc:sldMk cId="2381556657" sldId="2147479293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487" v="31"/>
        <pc:sldMkLst>
          <pc:docMk/>
          <pc:sldMk cId="2319082624" sldId="2147479296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472" v="22"/>
        <pc:sldMkLst>
          <pc:docMk/>
          <pc:sldMk cId="3476524432" sldId="2147479297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347" v="14"/>
        <pc:sldMkLst>
          <pc:docMk/>
          <pc:sldMk cId="3651179846" sldId="2147479324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503" v="32"/>
        <pc:sldMkLst>
          <pc:docMk/>
          <pc:sldMk cId="3917329948" sldId="2147479325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487" v="26"/>
        <pc:sldMkLst>
          <pc:docMk/>
          <pc:sldMk cId="200346005" sldId="2147479326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472" v="25"/>
        <pc:sldMkLst>
          <pc:docMk/>
          <pc:sldMk cId="3965523289" sldId="2147479327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472" v="24"/>
        <pc:sldMkLst>
          <pc:docMk/>
          <pc:sldMk cId="3475340477" sldId="2147479328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472" v="23"/>
        <pc:sldMkLst>
          <pc:docMk/>
          <pc:sldMk cId="1755329048" sldId="2147479329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472" v="20"/>
        <pc:sldMkLst>
          <pc:docMk/>
          <pc:sldMk cId="2895114059" sldId="2147479330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456" v="18"/>
        <pc:sldMkLst>
          <pc:docMk/>
          <pc:sldMk cId="1024341140" sldId="2147479332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362" v="15"/>
        <pc:sldMkLst>
          <pc:docMk/>
          <pc:sldMk cId="3477293349" sldId="2147479333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456" v="19"/>
        <pc:sldMkLst>
          <pc:docMk/>
          <pc:sldMk cId="1186657303" sldId="2147479340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347" v="11"/>
        <pc:sldMkLst>
          <pc:docMk/>
          <pc:sldMk cId="2695534885" sldId="2147479341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2:59.111" v="9"/>
        <pc:sldMkLst>
          <pc:docMk/>
          <pc:sldMk cId="3426075837" sldId="2147479342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487" v="27"/>
        <pc:sldMkLst>
          <pc:docMk/>
          <pc:sldMk cId="1455500157" sldId="2147479343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487" v="28"/>
        <pc:sldMkLst>
          <pc:docMk/>
          <pc:sldMk cId="1510197360" sldId="2147479344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347" v="12"/>
        <pc:sldMkLst>
          <pc:docMk/>
          <pc:sldMk cId="2445030160" sldId="2147479345"/>
        </pc:sldMkLst>
      </pc:sldChg>
      <pc:sldChg chg="del">
        <pc:chgData name="Sudarshan Sivaramakrishnan" userId="S::ssivaram@mathworks.com::de70194d-fdbd-489d-817c-0c0648753bc1" providerId="AD" clId="Web-{FF69A500-E4E1-7D1F-1CCA-7AACF429271E}" dt="2026-07-11T14:23:12.347" v="13"/>
        <pc:sldMkLst>
          <pc:docMk/>
          <pc:sldMk cId="1076772094" sldId="214747934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469265"/>
          </a:xfrm>
          <a:prstGeom prst="rect">
            <a:avLst/>
          </a:prstGeom>
        </p:spPr>
        <p:txBody>
          <a:bodyPr vert="horz" lIns="94192" tIns="47096" rIns="94192" bIns="4709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469265"/>
          </a:xfrm>
          <a:prstGeom prst="rect">
            <a:avLst/>
          </a:prstGeom>
        </p:spPr>
        <p:txBody>
          <a:bodyPr vert="horz" lIns="94192" tIns="47096" rIns="94192" bIns="47096" rtlCol="0"/>
          <a:lstStyle>
            <a:lvl1pPr algn="r">
              <a:defRPr sz="1200"/>
            </a:lvl1pPr>
          </a:lstStyle>
          <a:p>
            <a:fld id="{5F993C83-2184-4286-ABE1-941A40B40C8F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4406"/>
            <a:ext cx="3076363" cy="469265"/>
          </a:xfrm>
          <a:prstGeom prst="rect">
            <a:avLst/>
          </a:prstGeom>
        </p:spPr>
        <p:txBody>
          <a:bodyPr vert="horz" lIns="94192" tIns="47096" rIns="94192" bIns="4709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8914406"/>
            <a:ext cx="3076363" cy="469265"/>
          </a:xfrm>
          <a:prstGeom prst="rect">
            <a:avLst/>
          </a:prstGeom>
        </p:spPr>
        <p:txBody>
          <a:bodyPr vert="horz" lIns="94192" tIns="47096" rIns="94192" bIns="47096" rtlCol="0" anchor="b"/>
          <a:lstStyle>
            <a:lvl1pPr algn="r">
              <a:defRPr sz="1200"/>
            </a:lvl1pPr>
          </a:lstStyle>
          <a:p>
            <a:fld id="{F7603001-E0F2-47E5-A338-816CC267AF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57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469265"/>
          </a:xfrm>
          <a:prstGeom prst="rect">
            <a:avLst/>
          </a:prstGeom>
        </p:spPr>
        <p:txBody>
          <a:bodyPr vert="horz" lIns="94192" tIns="47096" rIns="94192" bIns="4709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469265"/>
          </a:xfrm>
          <a:prstGeom prst="rect">
            <a:avLst/>
          </a:prstGeom>
        </p:spPr>
        <p:txBody>
          <a:bodyPr vert="horz" lIns="94192" tIns="47096" rIns="94192" bIns="47096" rtlCol="0"/>
          <a:lstStyle>
            <a:lvl1pPr algn="r">
              <a:defRPr sz="1200"/>
            </a:lvl1pPr>
          </a:lstStyle>
          <a:p>
            <a:fld id="{6053241F-7ED4-45AC-844C-15DB0D5F9CCD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3263"/>
            <a:ext cx="6257925" cy="35194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192" tIns="47096" rIns="94192" bIns="4709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458018"/>
            <a:ext cx="5679440" cy="4223385"/>
          </a:xfrm>
          <a:prstGeom prst="rect">
            <a:avLst/>
          </a:prstGeom>
        </p:spPr>
        <p:txBody>
          <a:bodyPr vert="horz" lIns="94192" tIns="47096" rIns="94192" bIns="4709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4406"/>
            <a:ext cx="3076363" cy="469265"/>
          </a:xfrm>
          <a:prstGeom prst="rect">
            <a:avLst/>
          </a:prstGeom>
        </p:spPr>
        <p:txBody>
          <a:bodyPr vert="horz" lIns="94192" tIns="47096" rIns="94192" bIns="4709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8914406"/>
            <a:ext cx="3076363" cy="469265"/>
          </a:xfrm>
          <a:prstGeom prst="rect">
            <a:avLst/>
          </a:prstGeom>
        </p:spPr>
        <p:txBody>
          <a:bodyPr vert="horz" lIns="94192" tIns="47096" rIns="94192" bIns="47096" rtlCol="0" anchor="b"/>
          <a:lstStyle>
            <a:lvl1pPr algn="r">
              <a:defRPr sz="1200"/>
            </a:lvl1pPr>
          </a:lstStyle>
          <a:p>
            <a:fld id="{AD73B8C3-A209-4A55-9261-22C2A02B31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8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mwavetech.fujikura.jp/img/5g/MW96-11-22-0008(11)_Type-C_Brochure.pdf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 the RF digital twin of a beamformer from OTA measurements and with hardware knowledge coming from the datasheet.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the digital twin for system-level integration and exploration of different applications.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>
                <a:solidFill>
                  <a:srgbClr val="00A9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work is based on the model of the Fujikura Type-C PAAM integrated beamformer: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>
                <a:hlinkClick r:id="rId3"/>
              </a:rPr>
              <a:t>MW96-11-22-0008(11)_Type-C_Brochure.pdf</a:t>
            </a:r>
            <a:endParaRPr lang="en-US" b="0" i="0">
              <a:solidFill>
                <a:srgbClr val="00A9E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5EFE56-2268-E243-B780-39B09C57B43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9317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3535" indent="-343535"/>
            <a:r>
              <a:rPr lang="en-US"/>
              <a:t>So what are these problems that designers face?</a:t>
            </a:r>
          </a:p>
          <a:p>
            <a:r>
              <a:rPr lang="en-US" sz="1200"/>
              <a:t>Electromagnetic analysis can be very time consuming, especially when you need to perform it several times, like in an optimization</a:t>
            </a:r>
          </a:p>
          <a:p>
            <a:r>
              <a:rPr lang="en-US" sz="1200"/>
              <a:t>Simulations and measurements generate a lot of fragmented data</a:t>
            </a:r>
          </a:p>
          <a:p>
            <a:r>
              <a:rPr lang="en-US" sz="1200"/>
              <a:t>Antenna designers might not be familiar with AI </a:t>
            </a:r>
          </a:p>
          <a:p>
            <a:r>
              <a:rPr lang="en-US" sz="1200"/>
              <a:t>&lt;click&gt;</a:t>
            </a:r>
          </a:p>
          <a:p>
            <a:r>
              <a:rPr lang="en-US" sz="1200"/>
              <a:t>What I going to show you is how ML and AI can help in addressing these problems with:</a:t>
            </a:r>
          </a:p>
          <a:p>
            <a:r>
              <a:rPr lang="en-US" sz="1200"/>
              <a:t>Pre-trained AI antenna catalog objects for faster design and analysis compared to EM techniques</a:t>
            </a:r>
          </a:p>
          <a:p>
            <a:r>
              <a:rPr lang="en-US" sz="1200"/>
              <a:t>Deep learning network for reconstructing 3D far field radiation patterns from 2D measurements</a:t>
            </a:r>
          </a:p>
          <a:p>
            <a:r>
              <a:rPr lang="en-US" sz="1200"/>
              <a:t>AI-powered optimization techniques for antennas with many design parameters</a:t>
            </a:r>
          </a:p>
          <a:p>
            <a:endParaRPr lang="en-US" sz="1200"/>
          </a:p>
          <a:p>
            <a:r>
              <a:rPr lang="en-US" sz="1200"/>
              <a:t>Last, I will also show how to:</a:t>
            </a:r>
          </a:p>
          <a:p>
            <a:r>
              <a:rPr lang="en-US" sz="1200"/>
              <a:t>Perform electromagnetic analysis, import measured data, integrate for system-level simulation in the same environment</a:t>
            </a:r>
            <a:endParaRPr lang="LID4096"/>
          </a:p>
          <a:p>
            <a:endParaRPr lang="en-US" sz="1200"/>
          </a:p>
          <a:p>
            <a:pPr marL="343535" indent="-343535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2311A2-8B45-421A-86AD-2005837383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425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At last, I’d like to conclude bringing it all together.</a:t>
            </a:r>
          </a:p>
          <a:p>
            <a:r>
              <a:rPr lang="en-US"/>
              <a:t>In MATLAB you find objects and function that allow you to speed up design and simulation, starting from EM analysis, to data import and optimization and system-level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82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Copyright"/>
          <p:cNvSpPr txBox="1"/>
          <p:nvPr userDrawn="1"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</a:t>
            </a:r>
            <a:fld id="{43FEC7B2-4A3C-43EA-A52A-F8DED3FD6DAC}" type="datetimeyyyy">
              <a:rPr lang="en-US" sz="1003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</a:t>
            </a:fld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The MathWorks, Inc.</a:t>
            </a:r>
          </a:p>
        </p:txBody>
      </p:sp>
      <p:cxnSp>
        <p:nvCxnSpPr>
          <p:cNvPr id="26" name="GrayLine"/>
          <p:cNvCxnSpPr/>
          <p:nvPr userDrawn="1"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Logo" descr="09_MW_logo_CMYK_REV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 userDrawn="1"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Edit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0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baseline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 userDrawn="1"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0" b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6B87C9-5099-F743-9A3B-9C7DDCC492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727"/>
            <a:ext cx="12192000" cy="6858000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168721DF-5E03-3947-B332-6D414B4B4A9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702013" y="2191848"/>
            <a:ext cx="6418256" cy="96125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33380" indent="0">
              <a:buNone/>
              <a:defRPr>
                <a:solidFill>
                  <a:schemeClr val="bg1"/>
                </a:solidFill>
              </a:defRPr>
            </a:lvl2pPr>
            <a:lvl3pPr marL="866760" indent="0">
              <a:buNone/>
              <a:defRPr>
                <a:solidFill>
                  <a:schemeClr val="bg1"/>
                </a:solidFill>
              </a:defRPr>
            </a:lvl3pPr>
            <a:lvl4pPr marL="1300140" indent="0">
              <a:buNone/>
              <a:defRPr>
                <a:solidFill>
                  <a:schemeClr val="bg1"/>
                </a:solidFill>
              </a:defRPr>
            </a:lvl4pPr>
            <a:lvl5pPr marL="1733519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Webinar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246106-5DC2-7E41-B900-9146562AD2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702014" y="3358140"/>
            <a:ext cx="6418256" cy="96125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43338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2pPr>
            <a:lvl3pPr marL="86676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3pPr>
            <a:lvl4pPr marL="130014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4pPr>
            <a:lvl5pPr marL="1733519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Supporting text.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460D71-1E3F-CB44-8170-D59886308B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702013" y="1165506"/>
            <a:ext cx="2859892" cy="61283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F331EC5-7C0E-C644-BB9F-C0E1999240FA}"/>
              </a:ext>
            </a:extLst>
          </p:cNvPr>
          <p:cNvSpPr/>
          <p:nvPr userDrawn="1"/>
        </p:nvSpPr>
        <p:spPr>
          <a:xfrm>
            <a:off x="8491332" y="119268"/>
            <a:ext cx="3581400" cy="29908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lvl="0">
              <a:defRPr/>
            </a:pPr>
            <a:r>
              <a:rPr lang="en-US" sz="1400" b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If PIP is being used within the presentation window, be sure it is positioned here.</a:t>
            </a:r>
          </a:p>
          <a:p>
            <a:pPr lvl="0">
              <a:defRPr/>
            </a:pPr>
            <a:endParaRPr lang="en-US" sz="1400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lvl="0">
              <a:defRPr/>
            </a:pPr>
            <a:r>
              <a:rPr lang="en-US" sz="1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Make sure all text, images, and logos are positioned safely away from this non-visible area.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07DFE16-23EB-6E49-AA16-664B71713F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10116" y="3389245"/>
            <a:ext cx="4084776" cy="3468755"/>
          </a:xfrm>
          <a:custGeom>
            <a:avLst/>
            <a:gdLst>
              <a:gd name="connsiteX0" fmla="*/ 0 w 2633663"/>
              <a:gd name="connsiteY0" fmla="*/ 0 h 2057400"/>
              <a:gd name="connsiteX1" fmla="*/ 2633663 w 2633663"/>
              <a:gd name="connsiteY1" fmla="*/ 0 h 2057400"/>
              <a:gd name="connsiteX2" fmla="*/ 2633663 w 2633663"/>
              <a:gd name="connsiteY2" fmla="*/ 2057400 h 2057400"/>
              <a:gd name="connsiteX3" fmla="*/ 0 w 2633663"/>
              <a:gd name="connsiteY3" fmla="*/ 2057400 h 2057400"/>
              <a:gd name="connsiteX4" fmla="*/ 0 w 2633663"/>
              <a:gd name="connsiteY4" fmla="*/ 0 h 2057400"/>
              <a:gd name="connsiteX0" fmla="*/ 983974 w 2633663"/>
              <a:gd name="connsiteY0" fmla="*/ 576470 h 2057400"/>
              <a:gd name="connsiteX1" fmla="*/ 2633663 w 2633663"/>
              <a:gd name="connsiteY1" fmla="*/ 0 h 2057400"/>
              <a:gd name="connsiteX2" fmla="*/ 2633663 w 2633663"/>
              <a:gd name="connsiteY2" fmla="*/ 2057400 h 2057400"/>
              <a:gd name="connsiteX3" fmla="*/ 0 w 2633663"/>
              <a:gd name="connsiteY3" fmla="*/ 2057400 h 2057400"/>
              <a:gd name="connsiteX4" fmla="*/ 983974 w 2633663"/>
              <a:gd name="connsiteY4" fmla="*/ 576470 h 2057400"/>
              <a:gd name="connsiteX0" fmla="*/ 983974 w 4084776"/>
              <a:gd name="connsiteY0" fmla="*/ 576470 h 2057400"/>
              <a:gd name="connsiteX1" fmla="*/ 2633663 w 4084776"/>
              <a:gd name="connsiteY1" fmla="*/ 0 h 2057400"/>
              <a:gd name="connsiteX2" fmla="*/ 4084776 w 4084776"/>
              <a:gd name="connsiteY2" fmla="*/ 2057400 h 2057400"/>
              <a:gd name="connsiteX3" fmla="*/ 0 w 4084776"/>
              <a:gd name="connsiteY3" fmla="*/ 2057400 h 2057400"/>
              <a:gd name="connsiteX4" fmla="*/ 983974 w 4084776"/>
              <a:gd name="connsiteY4" fmla="*/ 576470 h 2057400"/>
              <a:gd name="connsiteX0" fmla="*/ 983974 w 4084776"/>
              <a:gd name="connsiteY0" fmla="*/ 2196548 h 3677478"/>
              <a:gd name="connsiteX1" fmla="*/ 4074837 w 4084776"/>
              <a:gd name="connsiteY1" fmla="*/ 0 h 3677478"/>
              <a:gd name="connsiteX2" fmla="*/ 4084776 w 4084776"/>
              <a:gd name="connsiteY2" fmla="*/ 3677478 h 3677478"/>
              <a:gd name="connsiteX3" fmla="*/ 0 w 4084776"/>
              <a:gd name="connsiteY3" fmla="*/ 3677478 h 3677478"/>
              <a:gd name="connsiteX4" fmla="*/ 983974 w 4084776"/>
              <a:gd name="connsiteY4" fmla="*/ 2196548 h 3677478"/>
              <a:gd name="connsiteX0" fmla="*/ 2286000 w 4084776"/>
              <a:gd name="connsiteY0" fmla="*/ 228601 h 3677478"/>
              <a:gd name="connsiteX1" fmla="*/ 4074837 w 4084776"/>
              <a:gd name="connsiteY1" fmla="*/ 0 h 3677478"/>
              <a:gd name="connsiteX2" fmla="*/ 4084776 w 4084776"/>
              <a:gd name="connsiteY2" fmla="*/ 3677478 h 3677478"/>
              <a:gd name="connsiteX3" fmla="*/ 0 w 4084776"/>
              <a:gd name="connsiteY3" fmla="*/ 3677478 h 3677478"/>
              <a:gd name="connsiteX4" fmla="*/ 2286000 w 4084776"/>
              <a:gd name="connsiteY4" fmla="*/ 228601 h 3677478"/>
              <a:gd name="connsiteX0" fmla="*/ 2286000 w 4084776"/>
              <a:gd name="connsiteY0" fmla="*/ 49696 h 3498573"/>
              <a:gd name="connsiteX1" fmla="*/ 4064898 w 4084776"/>
              <a:gd name="connsiteY1" fmla="*/ 0 h 3498573"/>
              <a:gd name="connsiteX2" fmla="*/ 4084776 w 4084776"/>
              <a:gd name="connsiteY2" fmla="*/ 3498573 h 3498573"/>
              <a:gd name="connsiteX3" fmla="*/ 0 w 4084776"/>
              <a:gd name="connsiteY3" fmla="*/ 3498573 h 3498573"/>
              <a:gd name="connsiteX4" fmla="*/ 2286000 w 4084776"/>
              <a:gd name="connsiteY4" fmla="*/ 49696 h 3498573"/>
              <a:gd name="connsiteX0" fmla="*/ 2146853 w 4084776"/>
              <a:gd name="connsiteY0" fmla="*/ 258418 h 3498573"/>
              <a:gd name="connsiteX1" fmla="*/ 4064898 w 4084776"/>
              <a:gd name="connsiteY1" fmla="*/ 0 h 3498573"/>
              <a:gd name="connsiteX2" fmla="*/ 4084776 w 4084776"/>
              <a:gd name="connsiteY2" fmla="*/ 3498573 h 3498573"/>
              <a:gd name="connsiteX3" fmla="*/ 0 w 4084776"/>
              <a:gd name="connsiteY3" fmla="*/ 3498573 h 3498573"/>
              <a:gd name="connsiteX4" fmla="*/ 2146853 w 4084776"/>
              <a:gd name="connsiteY4" fmla="*/ 258418 h 3498573"/>
              <a:gd name="connsiteX0" fmla="*/ 2295940 w 4084776"/>
              <a:gd name="connsiteY0" fmla="*/ 29818 h 3498573"/>
              <a:gd name="connsiteX1" fmla="*/ 4064898 w 4084776"/>
              <a:gd name="connsiteY1" fmla="*/ 0 h 3498573"/>
              <a:gd name="connsiteX2" fmla="*/ 4084776 w 4084776"/>
              <a:gd name="connsiteY2" fmla="*/ 3498573 h 3498573"/>
              <a:gd name="connsiteX3" fmla="*/ 0 w 4084776"/>
              <a:gd name="connsiteY3" fmla="*/ 3498573 h 3498573"/>
              <a:gd name="connsiteX4" fmla="*/ 2295940 w 4084776"/>
              <a:gd name="connsiteY4" fmla="*/ 29818 h 3498573"/>
              <a:gd name="connsiteX0" fmla="*/ 2295940 w 4084776"/>
              <a:gd name="connsiteY0" fmla="*/ 0 h 3468755"/>
              <a:gd name="connsiteX1" fmla="*/ 4064898 w 4084776"/>
              <a:gd name="connsiteY1" fmla="*/ 19877 h 3468755"/>
              <a:gd name="connsiteX2" fmla="*/ 4084776 w 4084776"/>
              <a:gd name="connsiteY2" fmla="*/ 3468755 h 3468755"/>
              <a:gd name="connsiteX3" fmla="*/ 0 w 4084776"/>
              <a:gd name="connsiteY3" fmla="*/ 3468755 h 3468755"/>
              <a:gd name="connsiteX4" fmla="*/ 2295940 w 4084776"/>
              <a:gd name="connsiteY4" fmla="*/ 0 h 3468755"/>
              <a:gd name="connsiteX0" fmla="*/ 2295940 w 4084776"/>
              <a:gd name="connsiteY0" fmla="*/ 9941 h 3478696"/>
              <a:gd name="connsiteX1" fmla="*/ 4064898 w 4084776"/>
              <a:gd name="connsiteY1" fmla="*/ 0 h 3478696"/>
              <a:gd name="connsiteX2" fmla="*/ 4084776 w 4084776"/>
              <a:gd name="connsiteY2" fmla="*/ 3478696 h 3478696"/>
              <a:gd name="connsiteX3" fmla="*/ 0 w 4084776"/>
              <a:gd name="connsiteY3" fmla="*/ 3478696 h 3478696"/>
              <a:gd name="connsiteX4" fmla="*/ 2295940 w 4084776"/>
              <a:gd name="connsiteY4" fmla="*/ 9941 h 3478696"/>
              <a:gd name="connsiteX0" fmla="*/ 2295940 w 4084776"/>
              <a:gd name="connsiteY0" fmla="*/ 0 h 3468755"/>
              <a:gd name="connsiteX1" fmla="*/ 4084776 w 4084776"/>
              <a:gd name="connsiteY1" fmla="*/ 9937 h 3468755"/>
              <a:gd name="connsiteX2" fmla="*/ 4084776 w 4084776"/>
              <a:gd name="connsiteY2" fmla="*/ 3468755 h 3468755"/>
              <a:gd name="connsiteX3" fmla="*/ 0 w 4084776"/>
              <a:gd name="connsiteY3" fmla="*/ 3468755 h 3468755"/>
              <a:gd name="connsiteX4" fmla="*/ 2295940 w 4084776"/>
              <a:gd name="connsiteY4" fmla="*/ 0 h 3468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4776" h="3468755">
                <a:moveTo>
                  <a:pt x="2295940" y="0"/>
                </a:moveTo>
                <a:lnTo>
                  <a:pt x="4084776" y="9937"/>
                </a:lnTo>
                <a:lnTo>
                  <a:pt x="4084776" y="3468755"/>
                </a:lnTo>
                <a:lnTo>
                  <a:pt x="0" y="3468755"/>
                </a:lnTo>
                <a:lnTo>
                  <a:pt x="2295940" y="0"/>
                </a:lnTo>
                <a:close/>
              </a:path>
            </a:pathLst>
          </a:custGeo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2E3F95C-6BC1-954E-B5BC-B218F5D851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02014" y="4883470"/>
            <a:ext cx="3068770" cy="311404"/>
          </a:xfrm>
          <a:prstGeom prst="rect">
            <a:avLst/>
          </a:prstGeom>
        </p:spPr>
        <p:txBody>
          <a:bodyPr lIns="0"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Presenter Name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93EE2A9E-4A0E-094D-853D-BB11A5535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02014" y="5261046"/>
            <a:ext cx="3068770" cy="811763"/>
          </a:xfrm>
          <a:prstGeom prst="rect">
            <a:avLst/>
          </a:prstGeom>
        </p:spPr>
        <p:txBody>
          <a:bodyPr lIns="0" tIns="0"/>
          <a:lstStyle>
            <a:lvl1pPr marL="0" indent="0">
              <a:buFont typeface="Arial" panose="020B0604020202020204" pitchFamily="34" charset="0"/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/>
              <a:t>Presenter info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15971480-DA63-A34A-B7C3-38E067E181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51499" y="4883470"/>
            <a:ext cx="3068770" cy="311404"/>
          </a:xfrm>
          <a:prstGeom prst="rect">
            <a:avLst/>
          </a:prstGeom>
        </p:spPr>
        <p:txBody>
          <a:bodyPr lIns="0"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Presenter Name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401CE450-A2A5-DC47-BF61-6813F82C3E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51499" y="5261046"/>
            <a:ext cx="3068770" cy="811763"/>
          </a:xfrm>
          <a:prstGeom prst="rect">
            <a:avLst/>
          </a:prstGeom>
        </p:spPr>
        <p:txBody>
          <a:bodyPr lIns="0" tIns="0"/>
          <a:lstStyle>
            <a:lvl1pPr marL="0" indent="0">
              <a:buFont typeface="Arial" panose="020B0604020202020204" pitchFamily="34" charset="0"/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/>
              <a:t>Presenter info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6684514-85F7-7444-BCD3-0CEE6086A00D}"/>
              </a:ext>
            </a:extLst>
          </p:cNvPr>
          <p:cNvCxnSpPr>
            <a:cxnSpLocks/>
          </p:cNvCxnSpPr>
          <p:nvPr userDrawn="1"/>
        </p:nvCxnSpPr>
        <p:spPr>
          <a:xfrm>
            <a:off x="1702013" y="4800600"/>
            <a:ext cx="6418256" cy="0"/>
          </a:xfrm>
          <a:prstGeom prst="line">
            <a:avLst/>
          </a:prstGeom>
          <a:ln w="9525">
            <a:solidFill>
              <a:srgbClr val="0076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pyright">
            <a:extLst>
              <a:ext uri="{FF2B5EF4-FFF2-40B4-BE49-F238E27FC236}">
                <a16:creationId xmlns:a16="http://schemas.microsoft.com/office/drawing/2014/main" id="{66553D6E-0414-4240-B27A-B84778A084A4}"/>
              </a:ext>
            </a:extLst>
          </p:cNvPr>
          <p:cNvSpPr txBox="1"/>
          <p:nvPr userDrawn="1"/>
        </p:nvSpPr>
        <p:spPr>
          <a:xfrm>
            <a:off x="1702013" y="6430509"/>
            <a:ext cx="6390037" cy="21544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800">
                <a:solidFill>
                  <a:schemeClr val="bg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© 2026 The MathWorks, Inc.</a:t>
            </a:r>
          </a:p>
        </p:txBody>
      </p:sp>
    </p:spTree>
    <p:extLst>
      <p:ext uri="{BB962C8B-B14F-4D97-AF65-F5344CB8AC3E}">
        <p14:creationId xmlns:p14="http://schemas.microsoft.com/office/powerpoint/2010/main" val="3601848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9" r:id="rId4"/>
    <p:sldLayoutId id="2147483663" r:id="rId5"/>
    <p:sldLayoutId id="2147483651" r:id="rId6"/>
    <p:sldLayoutId id="2147483652" r:id="rId7"/>
    <p:sldLayoutId id="2147483664" r:id="rId8"/>
    <p:sldLayoutId id="2147483665" r:id="rId9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DD548706-63D9-1B4F-947C-6344EFAC9B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02013" y="4893496"/>
            <a:ext cx="4762955" cy="351509"/>
          </a:xfr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>
                <a:latin typeface="Arial"/>
                <a:cs typeface="Arial"/>
              </a:rPr>
              <a:t>Sudarshan Sivaramakrishnan – ssivaram@mathworks.com</a:t>
            </a:r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729D6D0A-3306-B245-BB0A-226C8230773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vert="horz" lIns="0" tIns="0" rIns="91440" bIns="45720" rtlCol="0" anchor="t">
            <a:noAutofit/>
          </a:bodyPr>
          <a:lstStyle/>
          <a:p>
            <a:r>
              <a:rPr lang="en-US">
                <a:latin typeface="Arial"/>
                <a:cs typeface="Arial"/>
              </a:rPr>
              <a:t>Principal Software Engineer</a:t>
            </a:r>
            <a:endParaRPr lang="en-US"/>
          </a:p>
          <a:p>
            <a:r>
              <a:rPr lang="en-US">
                <a:latin typeface="Arial"/>
                <a:cs typeface="Arial"/>
              </a:rPr>
              <a:t>MathWorks | RF/EM Group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B33382-A39E-4F6C-9DE4-FDD351D68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512" y="67773"/>
            <a:ext cx="3731545" cy="3208087"/>
          </a:xfrm>
          <a:prstGeom prst="rect">
            <a:avLst/>
          </a:prstGeom>
        </p:spPr>
      </p:pic>
      <p:sp>
        <p:nvSpPr>
          <p:cNvPr id="64" name="Content Placeholder 63">
            <a:extLst>
              <a:ext uri="{FF2B5EF4-FFF2-40B4-BE49-F238E27FC236}">
                <a16:creationId xmlns:a16="http://schemas.microsoft.com/office/drawing/2014/main" id="{56F79708-3A54-5B46-89C1-DA221468F30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36913" y="1853583"/>
            <a:ext cx="8641703" cy="2380319"/>
          </a:xfrm>
        </p:spPr>
        <p:txBody>
          <a:bodyPr anchor="t"/>
          <a:lstStyle/>
          <a:p>
            <a:r>
              <a:rPr lang="en-US" sz="2800" b="0">
                <a:latin typeface="Arial"/>
                <a:cs typeface="Arial"/>
              </a:rPr>
              <a:t>AP-S/URSI — Technical</a:t>
            </a:r>
            <a:r>
              <a:rPr lang="en-US" sz="2800" b="0" dirty="0">
                <a:latin typeface="Arial"/>
                <a:cs typeface="Arial"/>
              </a:rPr>
              <a:t> Workshop HD-7</a:t>
            </a:r>
          </a:p>
          <a:p>
            <a:r>
              <a:rPr lang="en-US" sz="2800" b="0">
                <a:latin typeface="Arial"/>
                <a:cs typeface="Arial"/>
              </a:rPr>
              <a:t>AI in Antenna Design and Analysis: From</a:t>
            </a:r>
            <a:endParaRPr lang="en-US" sz="2800" b="0"/>
          </a:p>
          <a:p>
            <a:r>
              <a:rPr lang="en-US" sz="2800" b="0">
                <a:latin typeface="Arial"/>
                <a:cs typeface="Arial"/>
              </a:rPr>
              <a:t>Pretrained </a:t>
            </a:r>
            <a:r>
              <a:rPr lang="en-US" sz="2800" b="0" dirty="0">
                <a:latin typeface="Arial"/>
                <a:cs typeface="Arial"/>
              </a:rPr>
              <a:t>Models to System-Level Integration </a:t>
            </a:r>
            <a:endParaRPr lang="en-US" sz="2800" b="0"/>
          </a:p>
          <a:p>
            <a:endParaRPr lang="en-US" sz="1600" b="0" i="1" dirty="0"/>
          </a:p>
          <a:p>
            <a:r>
              <a:rPr lang="en-US" sz="2000" b="0" i="1">
                <a:latin typeface="Arial"/>
                <a:cs typeface="Arial"/>
              </a:rPr>
              <a:t>Overview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4" name="RS_Classification">
            <a:extLst>
              <a:ext uri="{FF2B5EF4-FFF2-40B4-BE49-F238E27FC236}">
                <a16:creationId xmlns:a16="http://schemas.microsoft.com/office/drawing/2014/main" id="{7FBC94DE-F1B7-B152-4CD1-D3BD33B6D2C6}"/>
              </a:ext>
            </a:extLst>
          </p:cNvPr>
          <p:cNvSpPr txBox="1"/>
          <p:nvPr/>
        </p:nvSpPr>
        <p:spPr>
          <a:xfrm>
            <a:off x="11993228" y="6289521"/>
            <a:ext cx="198772" cy="212879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wrap="none" lIns="76200" tIns="36830" rIns="76200" bIns="36830" rtlCol="0" anchor="ctr">
            <a:spAutoFit/>
          </a:bodyPr>
          <a:lstStyle/>
          <a:p>
            <a:r>
              <a:rPr lang="en-US" sz="900" b="1" kern="900" spc="100"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386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en-US"/>
              <a:t>Agenda</a:t>
            </a:r>
            <a:br>
              <a:rPr lang="en-US"/>
            </a:br>
            <a:r>
              <a:rPr lang="en-US" sz="2000">
                <a:solidFill>
                  <a:srgbClr val="D27809"/>
                </a:solidFill>
              </a:rPr>
              <a:t>AI workflows for antenna design, analysis, and optimization</a:t>
            </a:r>
          </a:p>
        </p:txBody>
      </p:sp>
      <p:sp>
        <p:nvSpPr>
          <p:cNvPr id="11" name="Content"/>
          <p:cNvSpPr>
            <a:spLocks noGrp="1"/>
          </p:cNvSpPr>
          <p:nvPr>
            <p:ph idx="1" hasCustomPrompt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/>
              <a:t>Challenges:</a:t>
            </a:r>
          </a:p>
          <a:p>
            <a:r>
              <a:rPr lang="en-US" sz="2000"/>
              <a:t>Electromagnetic analysis is very time consuming</a:t>
            </a:r>
          </a:p>
          <a:p>
            <a:r>
              <a:rPr lang="en-US" sz="2000"/>
              <a:t>Simulations and measurements generate a lot of fragmented data</a:t>
            </a:r>
          </a:p>
          <a:p>
            <a:r>
              <a:rPr lang="en-US" sz="2000"/>
              <a:t>Antenna designers might not be familiar with AI </a:t>
            </a:r>
          </a:p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r>
              <a:rPr lang="en-US" sz="2000" b="1"/>
              <a:t>Solutions and benefits: </a:t>
            </a:r>
          </a:p>
          <a:p>
            <a:pPr marL="457200" indent="-457200">
              <a:buClr>
                <a:schemeClr val="accent1"/>
              </a:buClr>
              <a:buSzPct val="125000"/>
              <a:buFont typeface="+mj-lt"/>
              <a:buAutoNum type="arabicPeriod"/>
            </a:pPr>
            <a:r>
              <a:rPr lang="en-US" sz="2000"/>
              <a:t>Pre-trained AI antenna catalog objects</a:t>
            </a:r>
          </a:p>
          <a:p>
            <a:pPr lvl="1"/>
            <a:r>
              <a:rPr lang="en-US"/>
              <a:t>Faster design and analysis compared to EM techniques</a:t>
            </a:r>
          </a:p>
          <a:p>
            <a:pPr marL="457200" indent="-457200">
              <a:buClr>
                <a:schemeClr val="accent1"/>
              </a:buClr>
              <a:buSzPct val="125000"/>
              <a:buFont typeface="+mj-lt"/>
              <a:buAutoNum type="arabicPeriod"/>
            </a:pPr>
            <a:r>
              <a:rPr lang="en-US" sz="2000">
                <a:latin typeface="Arial"/>
                <a:cs typeface="Arial"/>
              </a:rPr>
              <a:t>Deep learning network for reconstructing 3D patterns from 2D measurements</a:t>
            </a:r>
          </a:p>
          <a:p>
            <a:pPr marL="744220" lvl="1" indent="-286385"/>
            <a:r>
              <a:rPr lang="en-US">
                <a:latin typeface="Arial"/>
                <a:cs typeface="Arial"/>
              </a:rPr>
              <a:t>Model antennas from limited measurements or datasheets</a:t>
            </a:r>
          </a:p>
          <a:p>
            <a:pPr marL="744220" lvl="1" indent="-286385"/>
            <a:r>
              <a:rPr lang="en-US">
                <a:latin typeface="Arial"/>
                <a:cs typeface="Arial"/>
              </a:rPr>
              <a:t>More accurate than analytical techniques</a:t>
            </a:r>
          </a:p>
          <a:p>
            <a:pPr marL="457200" indent="-457200">
              <a:buClr>
                <a:schemeClr val="accent1"/>
              </a:buClr>
              <a:buSzPct val="125000"/>
              <a:buFont typeface="+mj-lt"/>
              <a:buAutoNum type="arabicPeriod"/>
            </a:pPr>
            <a:r>
              <a:rPr lang="en-US" sz="2000"/>
              <a:t>AI-powered optimization techniques</a:t>
            </a:r>
          </a:p>
          <a:p>
            <a:pPr lvl="1"/>
            <a:r>
              <a:rPr lang="en-US"/>
              <a:t>Faster optimization for antennas with many parameters</a:t>
            </a:r>
          </a:p>
          <a:p>
            <a:pPr lvl="1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20808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E1C70-9FA0-8382-CE39-F2BA260D7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57200"/>
            <a:ext cx="11448714" cy="990600"/>
          </a:xfrm>
        </p:spPr>
        <p:txBody>
          <a:bodyPr/>
          <a:lstStyle/>
          <a:p>
            <a:r>
              <a:rPr lang="en-US"/>
              <a:t>Conclusions: Using AI for Accelerating Antenna Analysis and Simulation with MATLAB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5CC59-A466-429C-339A-3CC2B7D75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00200"/>
            <a:ext cx="11582399" cy="4648200"/>
          </a:xfrm>
        </p:spPr>
        <p:txBody>
          <a:bodyPr/>
          <a:lstStyle/>
          <a:p>
            <a:r>
              <a:rPr lang="en-US" sz="2000"/>
              <a:t>Pre-trained AI antenna catalog objects for faster design and analysis compared to EM techniques</a:t>
            </a:r>
          </a:p>
          <a:p>
            <a:r>
              <a:rPr lang="en-US" sz="2000"/>
              <a:t>Deep learning network for reconstructing 3D far field radiation patterns from 2D measurements</a:t>
            </a:r>
          </a:p>
          <a:p>
            <a:r>
              <a:rPr lang="en-US" sz="2000"/>
              <a:t>AI-powered optimization techniques for antennas with many design parameters</a:t>
            </a:r>
          </a:p>
          <a:p>
            <a:r>
              <a:rPr lang="en-US" sz="2000"/>
              <a:t>Perform antenna analysis, import measured data, optimize performance, and integrate for system-level simulation in the same environment</a:t>
            </a:r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871624-9499-9302-C2A8-DF310E13E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154" y="3492457"/>
            <a:ext cx="5698778" cy="321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274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S_CLASSIFICATION" val=" "/>
</p:tagLst>
</file>

<file path=ppt/theme/theme1.xml><?xml version="1.0" encoding="utf-8"?>
<a:theme xmlns:a="http://schemas.openxmlformats.org/drawingml/2006/main" name="MW_Public_widescreen">
  <a:themeElements>
    <a:clrScheme name="MW">
      <a:dk1>
        <a:srgbClr val="000000"/>
      </a:dk1>
      <a:lt1>
        <a:srgbClr val="FFFFFF"/>
      </a:lt1>
      <a:dk2>
        <a:srgbClr val="0076A8"/>
      </a:dk2>
      <a:lt2>
        <a:srgbClr val="ECF5F8"/>
      </a:lt2>
      <a:accent1>
        <a:srgbClr val="D78824"/>
      </a:accent1>
      <a:accent2>
        <a:srgbClr val="004B87"/>
      </a:accent2>
      <a:accent3>
        <a:srgbClr val="00A9E0"/>
      </a:accent3>
      <a:accent4>
        <a:srgbClr val="F2A900"/>
      </a:accent4>
      <a:accent5>
        <a:srgbClr val="B7302C"/>
      </a:accent5>
      <a:accent6>
        <a:srgbClr val="48A23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w_public.potx" id="{77614DB2-AEEA-4C6F-B978-696DC4DCAD1E}" vid="{BAA8EA8E-6A7A-48B5-92CD-28D182738C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70944c9-f5be-4b0f-89c7-00caf47c665c">
      <Terms xmlns="http://schemas.microsoft.com/office/infopath/2007/PartnerControls"/>
    </lcf76f155ced4ddcb4097134ff3c332f>
    <TaxCatchAll xmlns="19f94994-4311-4823-a682-47492cb9e3e3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3E32C3022BA344AE607CE1B766CD2B" ma:contentTypeVersion="20" ma:contentTypeDescription="Create a new document." ma:contentTypeScope="" ma:versionID="5a5fcfb9cc5c272f01249a47aa4133c0">
  <xsd:schema xmlns:xsd="http://www.w3.org/2001/XMLSchema" xmlns:xs="http://www.w3.org/2001/XMLSchema" xmlns:p="http://schemas.microsoft.com/office/2006/metadata/properties" xmlns:ns1="http://schemas.microsoft.com/sharepoint/v3" xmlns:ns2="a70944c9-f5be-4b0f-89c7-00caf47c665c" xmlns:ns3="19f94994-4311-4823-a682-47492cb9e3e3" targetNamespace="http://schemas.microsoft.com/office/2006/metadata/properties" ma:root="true" ma:fieldsID="a22a3b39221887b161ef847201591c90" ns1:_="" ns2:_="" ns3:_="">
    <xsd:import namespace="http://schemas.microsoft.com/sharepoint/v3"/>
    <xsd:import namespace="a70944c9-f5be-4b0f-89c7-00caf47c665c"/>
    <xsd:import namespace="19f94994-4311-4823-a682-47492cb9e3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944c9-f5be-4b0f-89c7-00caf47c66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c2fbcc8-9673-4dab-87c4-578ccfafc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f94994-4311-4823-a682-47492cb9e3e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782cf2d-0c7e-4ff1-a1db-b4d157ce0b53}" ma:internalName="TaxCatchAll" ma:showField="CatchAllData" ma:web="19f94994-4311-4823-a682-47492cb9e3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B851B7-D313-4E85-A1E0-5976CFE11EC3}">
  <ds:schemaRefs>
    <ds:schemaRef ds:uri="19f94994-4311-4823-a682-47492cb9e3e3"/>
    <ds:schemaRef ds:uri="a70944c9-f5be-4b0f-89c7-00caf47c665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B61DF2E-245C-45DF-A9A5-EABECEA429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439A1B-61DB-461C-83F7-A0353C9BF2B7}">
  <ds:schemaRefs>
    <ds:schemaRef ds:uri="19f94994-4311-4823-a682-47492cb9e3e3"/>
    <ds:schemaRef ds:uri="a70944c9-f5be-4b0f-89c7-00caf47c665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Application>Microsoft Office PowerPoint</Application>
  <PresentationFormat>Widescreen</PresentationFormat>
  <Slides>3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MW_Public_widescreen</vt:lpstr>
      <vt:lpstr>PowerPoint Presentation</vt:lpstr>
      <vt:lpstr>Agenda AI workflows for antenna design, analysis, and optimization</vt:lpstr>
      <vt:lpstr>Conclusions: Using AI for Accelerating Antenna Analysis and Simulation with MATLAB</vt:lpstr>
    </vt:vector>
  </TitlesOfParts>
  <Manager/>
  <Company>MathWorks,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Vishwanath Iyer</dc:creator>
  <cp:keywords>Version 23.0</cp:keywords>
  <dc:description/>
  <cp:revision>304</cp:revision>
  <cp:lastPrinted>2025-04-21T19:49:59Z</cp:lastPrinted>
  <dcterms:created xsi:type="dcterms:W3CDTF">2024-10-16T15:33:28Z</dcterms:created>
  <dcterms:modified xsi:type="dcterms:W3CDTF">2026-07-11T14:23:18Z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441712758</vt:i4>
  </property>
  <property fmtid="{D5CDD505-2E9C-101B-9397-08002B2CF9AE}" pid="3" name="_NewReviewCycle">
    <vt:lpwstr/>
  </property>
  <property fmtid="{D5CDD505-2E9C-101B-9397-08002B2CF9AE}" pid="4" name="_EmailSubject">
    <vt:lpwstr>Quick PPT question</vt:lpwstr>
  </property>
  <property fmtid="{D5CDD505-2E9C-101B-9397-08002B2CF9AE}" pid="5" name="_AuthorEmail">
    <vt:lpwstr>Julie.Cornell@mathworks.com</vt:lpwstr>
  </property>
  <property fmtid="{D5CDD505-2E9C-101B-9397-08002B2CF9AE}" pid="6" name="_AuthorEmailDisplayName">
    <vt:lpwstr>Julie Cornell</vt:lpwstr>
  </property>
  <property fmtid="{D5CDD505-2E9C-101B-9397-08002B2CF9AE}" pid="7" name="ContentTypeId">
    <vt:lpwstr>0x010100E23E32C3022BA344AE607CE1B766CD2B</vt:lpwstr>
  </property>
  <property fmtid="{D5CDD505-2E9C-101B-9397-08002B2CF9AE}" pid="8" name="Order">
    <vt:r8>47491500</vt:r8>
  </property>
  <property fmtid="{D5CDD505-2E9C-101B-9397-08002B2CF9AE}" pid="9" name="xd_Signature">
    <vt:bool>false</vt:bool>
  </property>
  <property fmtid="{D5CDD505-2E9C-101B-9397-08002B2CF9AE}" pid="10" name="xd_ProgID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MediaServiceImageTags">
    <vt:lpwstr/>
  </property>
</Properties>
</file>